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10" roundtripDataSignature="AMtx7mj/eqJLvJ2g9A5aFxQ8Bk9jCevWr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2596D0-4B09-B1F6-58F3-67E7D3CF685A}" v="12" dt="2026-08-20T10:37:05.9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theme" Target="theme/theme1.xml"/><Relationship Id="rId3" Type="http://schemas.openxmlformats.org/officeDocument/2006/relationships/notesMaster" Target="notesMasters/notesMaster1.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presProps" Target="presProps.xml"/><Relationship Id="rId15" Type="http://schemas.microsoft.com/office/2015/10/relationships/revisionInfo" Target="revisionInfo.xml"/><Relationship Id="rId10" Type="http://customschemas.google.com/relationships/presentationmetadata" Target="meta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3" name="Google Shape;39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1:notes"/>
          <p:cNvSpPr txBox="1">
            <a:spLocks noGrp="1"/>
          </p:cNvSpPr>
          <p:nvPr>
            <p:ph type="hdr" idx="3"/>
          </p:nvPr>
        </p:nvSpPr>
        <p:spPr>
          <a:xfrm>
            <a:off x="0" y="228600"/>
            <a:ext cx="3429000" cy="228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48"/>
              </a:buClr>
              <a:buSzPts val="1800"/>
              <a:buFont typeface="Arial"/>
              <a:buNone/>
            </a:pPr>
            <a:r>
              <a:rPr lang="en-IN" sz="1800" b="0" i="0" u="none" strike="noStrike" cap="none">
                <a:solidFill>
                  <a:srgbClr val="000048"/>
                </a:solidFill>
                <a:latin typeface="Arial"/>
                <a:ea typeface="Arial"/>
                <a:cs typeface="Arial"/>
                <a:sym typeface="Arial"/>
              </a:rPr>
              <a:t>Presentation title</a:t>
            </a:r>
            <a:endParaRPr/>
          </a:p>
        </p:txBody>
      </p:sp>
      <p:sp>
        <p:nvSpPr>
          <p:cNvPr id="395" name="Google Shape;395;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48"/>
              </a:buClr>
              <a:buSzPts val="700"/>
              <a:buFont typeface="Arial"/>
              <a:buNone/>
            </a:pPr>
            <a:r>
              <a:rPr lang="en-IN" sz="700" b="0" i="0" u="none" strike="noStrike" cap="none">
                <a:solidFill>
                  <a:srgbClr val="000048"/>
                </a:solidFill>
                <a:latin typeface="Arial"/>
                <a:ea typeface="Arial"/>
                <a:cs typeface="Arial"/>
                <a:sym typeface="Arial"/>
              </a:rPr>
              <a:t>© 2025–2027 Cognizant | Private</a:t>
            </a:r>
            <a:endParaRPr/>
          </a:p>
        </p:txBody>
      </p:sp>
      <p:sp>
        <p:nvSpPr>
          <p:cNvPr id="396" name="Google Shape;396;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48"/>
              </a:buClr>
              <a:buSzPts val="700"/>
              <a:buFont typeface="Arial"/>
              <a:buNone/>
            </a:pPr>
            <a:fld id="{00000000-1234-1234-1234-123412341234}" type="slidenum">
              <a:rPr lang="en-IN" sz="700" b="0" i="0" u="none" strike="noStrike" cap="none">
                <a:solidFill>
                  <a:srgbClr val="000048"/>
                </a:solidFill>
                <a:latin typeface="Arial"/>
                <a:ea typeface="Arial"/>
                <a:cs typeface="Arial"/>
                <a:sym typeface="Arial"/>
              </a:rPr>
              <a:t>1</a:t>
            </a:fld>
            <a:endParaRPr sz="700" b="0" i="0" u="none" strike="noStrike" cap="none">
              <a:solidFill>
                <a:srgbClr val="000048"/>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vider 1 - gradient 1">
  <p:cSld name="Divider 1 - gradient 1">
    <p:bg>
      <p:bgPr>
        <a:solidFill>
          <a:schemeClr val="lt1"/>
        </a:solidFill>
        <a:effectLst/>
      </p:bgPr>
    </p:bg>
    <p:spTree>
      <p:nvGrpSpPr>
        <p:cNvPr id="1" name="Shape 16"/>
        <p:cNvGrpSpPr/>
        <p:nvPr/>
      </p:nvGrpSpPr>
      <p:grpSpPr>
        <a:xfrm>
          <a:off x="0" y="0"/>
          <a:ext cx="0" cy="0"/>
          <a:chOff x="0" y="0"/>
          <a:chExt cx="0" cy="0"/>
        </a:xfrm>
      </p:grpSpPr>
      <p:pic>
        <p:nvPicPr>
          <p:cNvPr id="17" name="Google Shape;17;p5"/>
          <p:cNvPicPr preferRelativeResize="0"/>
          <p:nvPr/>
        </p:nvPicPr>
        <p:blipFill rotWithShape="1">
          <a:blip r:embed="rId2">
            <a:alphaModFix/>
          </a:blip>
          <a:srcRect/>
          <a:stretch/>
        </p:blipFill>
        <p:spPr>
          <a:xfrm>
            <a:off x="0" y="-1"/>
            <a:ext cx="12188952" cy="6863434"/>
          </a:xfrm>
          <a:prstGeom prst="rect">
            <a:avLst/>
          </a:prstGeom>
          <a:noFill/>
          <a:ln>
            <a:noFill/>
          </a:ln>
        </p:spPr>
      </p:pic>
      <p:sp>
        <p:nvSpPr>
          <p:cNvPr id="18" name="Google Shape;18;p5"/>
          <p:cNvSpPr txBox="1">
            <a:spLocks noGrp="1"/>
          </p:cNvSpPr>
          <p:nvPr>
            <p:ph type="title"/>
          </p:nvPr>
        </p:nvSpPr>
        <p:spPr>
          <a:xfrm>
            <a:off x="1005840" y="1943100"/>
            <a:ext cx="7143750" cy="997196"/>
          </a:xfrm>
          <a:prstGeom prst="rect">
            <a:avLst/>
          </a:prstGeom>
          <a:noFill/>
          <a:ln>
            <a:noFill/>
          </a:ln>
        </p:spPr>
        <p:txBody>
          <a:bodyPr spcFirstLastPara="1" wrap="square" lIns="0" tIns="0" rIns="0" bIns="0" anchor="ctr" anchorCtr="0">
            <a:spAutoFit/>
          </a:bodyPr>
          <a:lstStyle>
            <a:lvl1pPr lvl="0" algn="l">
              <a:lnSpc>
                <a:spcPct val="90000"/>
              </a:lnSpc>
              <a:spcBef>
                <a:spcPts val="0"/>
              </a:spcBef>
              <a:spcAft>
                <a:spcPts val="0"/>
              </a:spcAft>
              <a:buClr>
                <a:schemeClr val="lt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5"/>
          <p:cNvSpPr txBox="1">
            <a:spLocks noGrp="1"/>
          </p:cNvSpPr>
          <p:nvPr>
            <p:ph type="dt" idx="10"/>
          </p:nvPr>
        </p:nvSpPr>
        <p:spPr>
          <a:xfrm>
            <a:off x="2651760" y="6400800"/>
            <a:ext cx="1371600" cy="2286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457200" y="457200"/>
            <a:ext cx="11277600" cy="332399"/>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
          <p:cNvSpPr txBox="1">
            <a:spLocks noGrp="1"/>
          </p:cNvSpPr>
          <p:nvPr>
            <p:ph type="body" idx="1"/>
          </p:nvPr>
        </p:nvSpPr>
        <p:spPr>
          <a:xfrm>
            <a:off x="457200" y="1447800"/>
            <a:ext cx="7518400" cy="4663440"/>
          </a:xfrm>
          <a:prstGeom prst="rect">
            <a:avLst/>
          </a:prstGeom>
          <a:noFill/>
          <a:ln>
            <a:noFill/>
          </a:ln>
        </p:spPr>
        <p:txBody>
          <a:bodyPr spcFirstLastPara="1" wrap="square" lIns="0" tIns="0" rIns="0" bIns="0" anchor="t" anchorCtr="0">
            <a:noAutofit/>
          </a:bodyPr>
          <a:lstStyle>
            <a:lvl1pPr marL="457200" marR="0" lvl="0" indent="-330200" algn="l" rtl="0">
              <a:lnSpc>
                <a:spcPct val="110000"/>
              </a:lnSpc>
              <a:spcBef>
                <a:spcPts val="6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1pPr>
            <a:lvl2pPr marL="914400" marR="0" lvl="1" indent="-317500" algn="l" rtl="0">
              <a:lnSpc>
                <a:spcPct val="110000"/>
              </a:lnSpc>
              <a:spcBef>
                <a:spcPts val="6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3pPr>
            <a:lvl4pPr marL="1828800" marR="0" lvl="3"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4pPr>
            <a:lvl5pPr marL="2286000" marR="0" lvl="4"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5pPr>
            <a:lvl6pPr marL="2743200" marR="0" lvl="5"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6pPr>
            <a:lvl7pPr marL="3200400" marR="0" lvl="6"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7pPr>
            <a:lvl8pPr marL="3657600" marR="0" lvl="7"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8pPr>
            <a:lvl9pPr marL="4114800" marR="0" lvl="8" indent="-304800" algn="l" rtl="0">
              <a:lnSpc>
                <a:spcPct val="110000"/>
              </a:lnSpc>
              <a:spcBef>
                <a:spcPts val="6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12" name="Google Shape;12;p3"/>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lvl1pPr marL="0" marR="0" lvl="0" indent="0" algn="l" rtl="0">
              <a:spcBef>
                <a:spcPts val="0"/>
              </a:spcBef>
              <a:buNone/>
              <a:defRPr sz="700" b="0" i="0" u="none" strike="noStrike" cap="none">
                <a:solidFill>
                  <a:schemeClr val="lt1"/>
                </a:solidFill>
                <a:latin typeface="Arial"/>
                <a:ea typeface="Arial"/>
                <a:cs typeface="Arial"/>
                <a:sym typeface="Arial"/>
              </a:defRPr>
            </a:lvl1pPr>
            <a:lvl2pPr marL="0" marR="0" lvl="1" indent="0" algn="l" rtl="0">
              <a:spcBef>
                <a:spcPts val="0"/>
              </a:spcBef>
              <a:buNone/>
              <a:defRPr sz="700" b="0" i="0" u="none" strike="noStrike" cap="none">
                <a:solidFill>
                  <a:schemeClr val="lt1"/>
                </a:solidFill>
                <a:latin typeface="Arial"/>
                <a:ea typeface="Arial"/>
                <a:cs typeface="Arial"/>
                <a:sym typeface="Arial"/>
              </a:defRPr>
            </a:lvl2pPr>
            <a:lvl3pPr marL="0" marR="0" lvl="2" indent="0" algn="l" rtl="0">
              <a:spcBef>
                <a:spcPts val="0"/>
              </a:spcBef>
              <a:buNone/>
              <a:defRPr sz="700" b="0" i="0" u="none" strike="noStrike" cap="none">
                <a:solidFill>
                  <a:schemeClr val="lt1"/>
                </a:solidFill>
                <a:latin typeface="Arial"/>
                <a:ea typeface="Arial"/>
                <a:cs typeface="Arial"/>
                <a:sym typeface="Arial"/>
              </a:defRPr>
            </a:lvl3pPr>
            <a:lvl4pPr marL="0" marR="0" lvl="3" indent="0" algn="l" rtl="0">
              <a:spcBef>
                <a:spcPts val="0"/>
              </a:spcBef>
              <a:buNone/>
              <a:defRPr sz="700" b="0" i="0" u="none" strike="noStrike" cap="none">
                <a:solidFill>
                  <a:schemeClr val="lt1"/>
                </a:solidFill>
                <a:latin typeface="Arial"/>
                <a:ea typeface="Arial"/>
                <a:cs typeface="Arial"/>
                <a:sym typeface="Arial"/>
              </a:defRPr>
            </a:lvl4pPr>
            <a:lvl5pPr marL="0" marR="0" lvl="4" indent="0" algn="l" rtl="0">
              <a:spcBef>
                <a:spcPts val="0"/>
              </a:spcBef>
              <a:buNone/>
              <a:defRPr sz="700" b="0" i="0" u="none" strike="noStrike" cap="none">
                <a:solidFill>
                  <a:schemeClr val="lt1"/>
                </a:solidFill>
                <a:latin typeface="Arial"/>
                <a:ea typeface="Arial"/>
                <a:cs typeface="Arial"/>
                <a:sym typeface="Arial"/>
              </a:defRPr>
            </a:lvl5pPr>
            <a:lvl6pPr marL="0" marR="0" lvl="5" indent="0" algn="l" rtl="0">
              <a:spcBef>
                <a:spcPts val="0"/>
              </a:spcBef>
              <a:buNone/>
              <a:defRPr sz="700" b="0" i="0" u="none" strike="noStrike" cap="none">
                <a:solidFill>
                  <a:schemeClr val="lt1"/>
                </a:solidFill>
                <a:latin typeface="Arial"/>
                <a:ea typeface="Arial"/>
                <a:cs typeface="Arial"/>
                <a:sym typeface="Arial"/>
              </a:defRPr>
            </a:lvl6pPr>
            <a:lvl7pPr marL="0" marR="0" lvl="6" indent="0" algn="l" rtl="0">
              <a:spcBef>
                <a:spcPts val="0"/>
              </a:spcBef>
              <a:buNone/>
              <a:defRPr sz="700" b="0" i="0" u="none" strike="noStrike" cap="none">
                <a:solidFill>
                  <a:schemeClr val="lt1"/>
                </a:solidFill>
                <a:latin typeface="Arial"/>
                <a:ea typeface="Arial"/>
                <a:cs typeface="Arial"/>
                <a:sym typeface="Arial"/>
              </a:defRPr>
            </a:lvl7pPr>
            <a:lvl8pPr marL="0" marR="0" lvl="7" indent="0" algn="l" rtl="0">
              <a:spcBef>
                <a:spcPts val="0"/>
              </a:spcBef>
              <a:buNone/>
              <a:defRPr sz="700" b="0" i="0" u="none" strike="noStrike" cap="none">
                <a:solidFill>
                  <a:schemeClr val="lt1"/>
                </a:solidFill>
                <a:latin typeface="Arial"/>
                <a:ea typeface="Arial"/>
                <a:cs typeface="Arial"/>
                <a:sym typeface="Arial"/>
              </a:defRPr>
            </a:lvl8pPr>
            <a:lvl9pPr marL="0" marR="0" lvl="8" indent="0" algn="l" rtl="0">
              <a:spcBef>
                <a:spcPts val="0"/>
              </a:spcBef>
              <a:buNone/>
              <a:defRPr sz="700" b="0" i="0" u="none" strike="noStrike" cap="none">
                <a:solidFill>
                  <a:schemeClr val="lt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IN"/>
              <a:t>‹#›</a:t>
            </a:fld>
            <a:endParaRPr/>
          </a:p>
        </p:txBody>
      </p:sp>
      <p:sp>
        <p:nvSpPr>
          <p:cNvPr id="13" name="Google Shape;13;p3"/>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4" name="Google Shape;14;p3"/>
          <p:cNvSpPr txBox="1">
            <a:spLocks noGrp="1"/>
          </p:cNvSpPr>
          <p:nvPr>
            <p:ph type="dt" idx="10"/>
          </p:nvPr>
        </p:nvSpPr>
        <p:spPr>
          <a:xfrm>
            <a:off x="2651760" y="6400800"/>
            <a:ext cx="1371600" cy="2286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7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15" name="Google Shape;15;p3"/>
          <p:cNvSpPr/>
          <p:nvPr/>
        </p:nvSpPr>
        <p:spPr>
          <a:xfrm>
            <a:off x="10591729" y="6454070"/>
            <a:ext cx="1170432" cy="205449"/>
          </a:xfrm>
          <a:prstGeom prst="rect">
            <a:avLst/>
          </a:prstGeom>
          <a:noFill/>
          <a:ln>
            <a:noFill/>
          </a:ln>
        </p:spPr>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288">
          <p15:clr>
            <a:srgbClr val="F26B43"/>
          </p15:clr>
        </p15:guide>
        <p15:guide id="4" pos="1472">
          <p15:clr>
            <a:srgbClr val="F26B43"/>
          </p15:clr>
        </p15:guide>
        <p15:guide id="5" pos="2656">
          <p15:clr>
            <a:srgbClr val="F26B43"/>
          </p15:clr>
        </p15:guide>
        <p15:guide id="6" pos="3840">
          <p15:clr>
            <a:srgbClr val="F26B43"/>
          </p15:clr>
        </p15:guide>
        <p15:guide id="7" pos="5024">
          <p15:clr>
            <a:srgbClr val="F26B43"/>
          </p15:clr>
        </p15:guide>
        <p15:guide id="8" pos="6208">
          <p15:clr>
            <a:srgbClr val="F26B43"/>
          </p15:clr>
        </p15:guide>
        <p15:guide id="9" pos="7392">
          <p15:clr>
            <a:srgbClr val="F26B43"/>
          </p15:clr>
        </p15:guide>
        <p15:guide id="10" orient="horz">
          <p15:clr>
            <a:srgbClr val="F26B43"/>
          </p15:clr>
        </p15:guide>
        <p15:guide id="11" orient="horz" pos="4320">
          <p15:clr>
            <a:srgbClr val="F26B43"/>
          </p15:clr>
        </p15:guide>
        <p15:guide id="12" orient="horz" pos="288">
          <p15:clr>
            <a:srgbClr val="F26B43"/>
          </p15:clr>
        </p15:guide>
        <p15:guide id="13" orient="horz" pos="912">
          <p15:clr>
            <a:srgbClr val="F26B43"/>
          </p15:clr>
        </p15:guide>
        <p15:guide id="14" orient="horz" pos="1536">
          <p15:clr>
            <a:srgbClr val="F26B43"/>
          </p15:clr>
        </p15:guide>
        <p15:guide id="15" orient="horz" pos="2160">
          <p15:clr>
            <a:srgbClr val="F26B43"/>
          </p15:clr>
        </p15:guide>
        <p15:guide id="16" orient="horz" pos="2784">
          <p15:clr>
            <a:srgbClr val="F26B43"/>
          </p15:clr>
        </p15:guide>
        <p15:guide id="17" orient="horz" pos="3408">
          <p15:clr>
            <a:srgbClr val="F26B43"/>
          </p15:clr>
        </p15:guide>
        <p15:guide id="18"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1"/>
          <p:cNvSpPr txBox="1">
            <a:spLocks noGrp="1"/>
          </p:cNvSpPr>
          <p:nvPr>
            <p:ph type="sldNum" idx="12"/>
          </p:nvPr>
        </p:nvSpPr>
        <p:spPr>
          <a:xfrm>
            <a:off x="457200" y="6400799"/>
            <a:ext cx="36576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700"/>
              <a:buFont typeface="Arial"/>
              <a:buNone/>
            </a:pPr>
            <a:fld id="{00000000-1234-1234-1234-123412341234}" type="slidenum">
              <a:rPr lang="en-IN" sz="700" b="0" i="0" u="none" strike="noStrike" cap="none">
                <a:solidFill>
                  <a:srgbClr val="FFFFFF"/>
                </a:solidFill>
                <a:latin typeface="Arial"/>
                <a:ea typeface="Arial"/>
                <a:cs typeface="Arial"/>
                <a:sym typeface="Arial"/>
              </a:rPr>
              <a:t>1</a:t>
            </a:fld>
            <a:endParaRPr sz="700" b="0" i="0" u="none" strike="noStrike" cap="none">
              <a:solidFill>
                <a:srgbClr val="FFFFFF"/>
              </a:solidFill>
              <a:latin typeface="Arial"/>
              <a:ea typeface="Arial"/>
              <a:cs typeface="Arial"/>
              <a:sym typeface="Arial"/>
            </a:endParaRPr>
          </a:p>
        </p:txBody>
      </p:sp>
      <p:sp>
        <p:nvSpPr>
          <p:cNvPr id="399" name="Google Shape;399;p1"/>
          <p:cNvSpPr txBox="1">
            <a:spLocks noGrp="1"/>
          </p:cNvSpPr>
          <p:nvPr>
            <p:ph type="ftr" idx="11"/>
          </p:nvPr>
        </p:nvSpPr>
        <p:spPr>
          <a:xfrm>
            <a:off x="1005840" y="6400800"/>
            <a:ext cx="137160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700"/>
              <a:buFont typeface="Arial"/>
              <a:buNone/>
            </a:pPr>
            <a:r>
              <a:rPr lang="en-IN" sz="700" b="0" i="0" u="none" strike="noStrike" cap="none">
                <a:solidFill>
                  <a:srgbClr val="FFFFFF"/>
                </a:solidFill>
                <a:latin typeface="Arial"/>
                <a:ea typeface="Arial"/>
                <a:cs typeface="Arial"/>
                <a:sym typeface="Arial"/>
              </a:rPr>
              <a:t>© 2025–2027 Cognizant | Private</a:t>
            </a:r>
            <a:endParaRPr/>
          </a:p>
        </p:txBody>
      </p:sp>
      <p:grpSp>
        <p:nvGrpSpPr>
          <p:cNvPr id="400" name="Google Shape;400;p1"/>
          <p:cNvGrpSpPr/>
          <p:nvPr/>
        </p:nvGrpSpPr>
        <p:grpSpPr>
          <a:xfrm>
            <a:off x="373763" y="1719699"/>
            <a:ext cx="11444472" cy="4322115"/>
            <a:chOff x="4306" y="97728"/>
            <a:chExt cx="11444472" cy="4322115"/>
          </a:xfrm>
        </p:grpSpPr>
        <p:sp>
          <p:nvSpPr>
            <p:cNvPr id="401" name="Google Shape;401;p1"/>
            <p:cNvSpPr/>
            <p:nvPr/>
          </p:nvSpPr>
          <p:spPr>
            <a:xfrm>
              <a:off x="4306" y="97728"/>
              <a:ext cx="2589247" cy="698715"/>
            </a:xfrm>
            <a:prstGeom prst="rect">
              <a:avLst/>
            </a:prstGeom>
            <a:solidFill>
              <a:schemeClr val="accent4"/>
            </a:solidFill>
            <a:ln w="19050" cap="flat" cmpd="sng">
              <a:solidFill>
                <a:schemeClr val="accent4"/>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
            <p:cNvSpPr txBox="1"/>
            <p:nvPr/>
          </p:nvSpPr>
          <p:spPr>
            <a:xfrm>
              <a:off x="4306"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USE CASE &amp; DESCRIPTION</a:t>
              </a:r>
              <a:endParaRPr sz="1900" b="1" i="0" u="none" strike="noStrike" cap="none">
                <a:solidFill>
                  <a:srgbClr val="FFFFFF"/>
                </a:solidFill>
                <a:latin typeface="Calibri"/>
                <a:ea typeface="Calibri"/>
                <a:cs typeface="Calibri"/>
                <a:sym typeface="Calibri"/>
              </a:endParaRPr>
            </a:p>
          </p:txBody>
        </p:sp>
        <p:sp>
          <p:nvSpPr>
            <p:cNvPr id="403" name="Google Shape;403;p1"/>
            <p:cNvSpPr/>
            <p:nvPr/>
          </p:nvSpPr>
          <p:spPr>
            <a:xfrm>
              <a:off x="4306" y="796443"/>
              <a:ext cx="2589247" cy="3623400"/>
            </a:xfrm>
            <a:prstGeom prst="rect">
              <a:avLst/>
            </a:prstGeom>
            <a:solidFill>
              <a:srgbClr val="C8D5DD">
                <a:alpha val="90196"/>
              </a:srgbClr>
            </a:solidFill>
            <a:ln w="19050" cap="flat" cmpd="sng">
              <a:solidFill>
                <a:srgbClr val="C8D5DD">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1"/>
            <p:cNvSpPr txBox="1"/>
            <p:nvPr/>
          </p:nvSpPr>
          <p:spPr>
            <a:xfrm>
              <a:off x="4306" y="796443"/>
              <a:ext cx="2589247" cy="3623400"/>
            </a:xfrm>
            <a:prstGeom prst="rect">
              <a:avLst/>
            </a:prstGeom>
            <a:noFill/>
            <a:ln>
              <a:noFill/>
            </a:ln>
          </p:spPr>
          <p:txBody>
            <a:bodyPr spcFirstLastPara="1" wrap="square" lIns="58650" tIns="58650" rIns="78225" bIns="88000" anchor="t" anchorCtr="0">
              <a:noAutofit/>
            </a:bodyPr>
            <a:lstStyle/>
            <a:p>
              <a:pPr marL="57150" marR="0" lvl="1" indent="-57150" algn="l" rtl="0">
                <a:lnSpc>
                  <a:spcPct val="90000"/>
                </a:lnSpc>
                <a:spcBef>
                  <a:spcPts val="165"/>
                </a:spcBef>
                <a:spcAft>
                  <a:spcPts val="0"/>
                </a:spcAft>
                <a:buNone/>
              </a:pPr>
              <a:r>
                <a:rPr lang="en-IN" sz="1100" b="0" i="0" u="none" strike="noStrike" cap="none">
                  <a:solidFill>
                    <a:schemeClr val="lt1"/>
                  </a:solidFill>
                  <a:latin typeface="Arial"/>
                  <a:ea typeface="Arial"/>
                  <a:cs typeface="Arial"/>
                  <a:sym typeface="Arial"/>
                </a:rPr>
                <a:t>Leverage advanced predictive analytics to proactively identify process pain areas, bottlenecks, and inefficiencies by analyzing historical and realtime data patterns, then design and automate targeted solutions using intelligent automation tools, reducing manual intervention, improving accuracy, accelerating cycle times, enhancing scalability, and enabling continuous optimization of business processes to drive higher productivity, cost efficiency, and improved overall operational performance across the organization while ensuring governance, visibility, compliance, and decision making outcomes</a:t>
              </a:r>
            </a:p>
          </p:txBody>
        </p:sp>
        <p:sp>
          <p:nvSpPr>
            <p:cNvPr id="405" name="Google Shape;405;p1"/>
            <p:cNvSpPr/>
            <p:nvPr/>
          </p:nvSpPr>
          <p:spPr>
            <a:xfrm>
              <a:off x="2956047" y="97728"/>
              <a:ext cx="2589247" cy="698715"/>
            </a:xfrm>
            <a:prstGeom prst="rect">
              <a:avLst/>
            </a:prstGeom>
            <a:solidFill>
              <a:srgbClr val="105B97"/>
            </a:solidFill>
            <a:ln w="19050" cap="flat" cmpd="sng">
              <a:solidFill>
                <a:srgbClr val="105B97"/>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1"/>
            <p:cNvSpPr txBox="1"/>
            <p:nvPr/>
          </p:nvSpPr>
          <p:spPr>
            <a:xfrm>
              <a:off x="2956047"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SOLUTION APPROACH</a:t>
              </a:r>
              <a:endParaRPr/>
            </a:p>
          </p:txBody>
        </p:sp>
        <p:sp>
          <p:nvSpPr>
            <p:cNvPr id="407" name="Google Shape;407;p1"/>
            <p:cNvSpPr/>
            <p:nvPr/>
          </p:nvSpPr>
          <p:spPr>
            <a:xfrm>
              <a:off x="2956047" y="796443"/>
              <a:ext cx="2589247" cy="3623400"/>
            </a:xfrm>
            <a:prstGeom prst="rect">
              <a:avLst/>
            </a:prstGeom>
            <a:solidFill>
              <a:srgbClr val="C8D1DC">
                <a:alpha val="90196"/>
              </a:srgbClr>
            </a:solidFill>
            <a:ln w="19050" cap="flat" cmpd="sng">
              <a:solidFill>
                <a:srgbClr val="C8D1DC">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
            <p:cNvSpPr txBox="1"/>
            <p:nvPr/>
          </p:nvSpPr>
          <p:spPr>
            <a:xfrm>
              <a:off x="2956047" y="796443"/>
              <a:ext cx="2589247" cy="3623400"/>
            </a:xfrm>
            <a:prstGeom prst="rect">
              <a:avLst/>
            </a:prstGeom>
            <a:noFill/>
            <a:ln>
              <a:noFill/>
            </a:ln>
          </p:spPr>
          <p:txBody>
            <a:bodyPr spcFirstLastPara="1" wrap="square" lIns="58650" tIns="58650" rIns="78225" bIns="88000" anchor="t" anchorCtr="0">
              <a:noAutofit/>
            </a:bodyPr>
            <a:lstStyle/>
            <a:p>
              <a:pPr marL="57150" marR="0" lvl="1" indent="-57150" algn="l" rtl="0">
                <a:lnSpc>
                  <a:spcPct val="90000"/>
                </a:lnSpc>
                <a:spcBef>
                  <a:spcPts val="165"/>
                </a:spcBef>
                <a:spcAft>
                  <a:spcPts val="0"/>
                </a:spcAft>
                <a:buNone/>
              </a:pPr>
              <a:r>
                <a:rPr lang="en-IN" sz="1100" b="0" i="0" u="none" strike="noStrike" cap="none">
                  <a:solidFill>
                    <a:schemeClr val="lt1"/>
                  </a:solidFill>
                  <a:latin typeface="Arial"/>
                  <a:ea typeface="Arial"/>
                  <a:cs typeface="Arial"/>
                  <a:sym typeface="Arial"/>
                </a:rPr>
                <a:t>Analysed existing processes using predictive analytics to pinpoint inefficiencies and deployed automation to resolve them, removing the need for manual intervention in repetitive and time-consuming tasks.</a:t>
              </a:r>
            </a:p>
          </p:txBody>
        </p:sp>
        <p:sp>
          <p:nvSpPr>
            <p:cNvPr id="409" name="Google Shape;409;p1"/>
            <p:cNvSpPr/>
            <p:nvPr/>
          </p:nvSpPr>
          <p:spPr>
            <a:xfrm>
              <a:off x="5907789" y="97728"/>
              <a:ext cx="2589247" cy="698715"/>
            </a:xfrm>
            <a:prstGeom prst="rect">
              <a:avLst/>
            </a:prstGeom>
            <a:solidFill>
              <a:srgbClr val="1E3F93"/>
            </a:solidFill>
            <a:ln w="19050" cap="flat" cmpd="sng">
              <a:solidFill>
                <a:srgbClr val="1E3F93"/>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
            <p:cNvSpPr txBox="1"/>
            <p:nvPr/>
          </p:nvSpPr>
          <p:spPr>
            <a:xfrm>
              <a:off x="5907789"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BUSINESS BENEFIT</a:t>
              </a:r>
              <a:endParaRPr sz="1900" b="1" i="0" u="none" strike="noStrike" cap="none">
                <a:solidFill>
                  <a:srgbClr val="FFFFFF"/>
                </a:solidFill>
                <a:latin typeface="Calibri"/>
                <a:ea typeface="Calibri"/>
                <a:cs typeface="Calibri"/>
                <a:sym typeface="Calibri"/>
              </a:endParaRPr>
            </a:p>
          </p:txBody>
        </p:sp>
        <p:sp>
          <p:nvSpPr>
            <p:cNvPr id="411" name="Google Shape;411;p1"/>
            <p:cNvSpPr/>
            <p:nvPr/>
          </p:nvSpPr>
          <p:spPr>
            <a:xfrm>
              <a:off x="5907789" y="796443"/>
              <a:ext cx="2589247" cy="3623400"/>
            </a:xfrm>
            <a:prstGeom prst="rect">
              <a:avLst/>
            </a:prstGeom>
            <a:solidFill>
              <a:srgbClr val="C9CDDB">
                <a:alpha val="90196"/>
              </a:srgbClr>
            </a:solidFill>
            <a:ln w="19050" cap="flat" cmpd="sng">
              <a:solidFill>
                <a:srgbClr val="C9CDDB">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
            <p:cNvSpPr txBox="1"/>
            <p:nvPr/>
          </p:nvSpPr>
          <p:spPr>
            <a:xfrm>
              <a:off x="5907789" y="796443"/>
              <a:ext cx="2589247" cy="3623400"/>
            </a:xfrm>
            <a:prstGeom prst="rect">
              <a:avLst/>
            </a:prstGeom>
            <a:noFill/>
            <a:ln>
              <a:noFill/>
            </a:ln>
          </p:spPr>
          <p:txBody>
            <a:bodyPr spcFirstLastPara="1" wrap="square" lIns="58650" tIns="58650" rIns="78225" bIns="88000" anchor="t" anchorCtr="0">
              <a:noAutofit/>
            </a:bodyPr>
            <a:lstStyle/>
            <a:p>
              <a:pPr marL="914400" lvl="0" indent="0" algn="l" rtl="0">
                <a:lnSpc>
                  <a:spcPct val="90000"/>
                </a:lnSpc>
                <a:spcBef>
                  <a:spcPts val="165"/>
                </a:spcBef>
                <a:spcAft>
                  <a:spcPts val="0"/>
                </a:spcAft>
                <a:buNone/>
              </a:pPr>
              <a:endParaRPr lang="en-US" sz="1100" b="1">
                <a:solidFill>
                  <a:schemeClr val="lt1"/>
                </a:solidFill>
              </a:endParaRPr>
            </a:p>
            <a:p>
              <a:pPr marL="57150" marR="0" lvl="1" indent="0" algn="l" rtl="0">
                <a:lnSpc>
                  <a:spcPct val="90000"/>
                </a:lnSpc>
                <a:spcBef>
                  <a:spcPts val="165"/>
                </a:spcBef>
                <a:spcAft>
                  <a:spcPts val="0"/>
                </a:spcAft>
                <a:buClr>
                  <a:schemeClr val="lt1"/>
                </a:buClr>
                <a:buSzPts val="1100"/>
                <a:buFont typeface="Arial"/>
                <a:buNone/>
              </a:pPr>
              <a:endParaRPr sz="1100" b="0" i="0" u="none" strike="noStrike" cap="none">
                <a:solidFill>
                  <a:schemeClr val="lt1"/>
                </a:solidFill>
                <a:latin typeface="Arial"/>
                <a:ea typeface="Arial"/>
                <a:cs typeface="Arial"/>
                <a:sym typeface="Arial"/>
              </a:endParaRPr>
            </a:p>
          </p:txBody>
        </p:sp>
        <p:sp>
          <p:nvSpPr>
            <p:cNvPr id="413" name="Google Shape;413;p1"/>
            <p:cNvSpPr/>
            <p:nvPr/>
          </p:nvSpPr>
          <p:spPr>
            <a:xfrm>
              <a:off x="8859531" y="97728"/>
              <a:ext cx="2589247" cy="698715"/>
            </a:xfrm>
            <a:prstGeom prst="rect">
              <a:avLst/>
            </a:prstGeom>
            <a:solidFill>
              <a:srgbClr val="2D2F8D"/>
            </a:solidFill>
            <a:ln w="19050" cap="flat" cmpd="sng">
              <a:solidFill>
                <a:srgbClr val="2D2F8D"/>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
            <p:cNvSpPr txBox="1"/>
            <p:nvPr/>
          </p:nvSpPr>
          <p:spPr>
            <a:xfrm>
              <a:off x="8859531" y="97728"/>
              <a:ext cx="2589247" cy="698715"/>
            </a:xfrm>
            <a:prstGeom prst="rect">
              <a:avLst/>
            </a:prstGeom>
            <a:noFill/>
            <a:ln>
              <a:noFill/>
            </a:ln>
          </p:spPr>
          <p:txBody>
            <a:bodyPr spcFirstLastPara="1" wrap="square" lIns="135125" tIns="77200" rIns="135125" bIns="77200" anchor="ctr" anchorCtr="0">
              <a:noAutofit/>
            </a:bodyPr>
            <a:lstStyle/>
            <a:p>
              <a:pPr marL="0" marR="0" lvl="0" indent="0" algn="ctr" rtl="0">
                <a:lnSpc>
                  <a:spcPct val="90000"/>
                </a:lnSpc>
                <a:spcBef>
                  <a:spcPts val="0"/>
                </a:spcBef>
                <a:spcAft>
                  <a:spcPts val="0"/>
                </a:spcAft>
                <a:buClr>
                  <a:srgbClr val="FFFFFF"/>
                </a:buClr>
                <a:buSzPts val="1900"/>
                <a:buFont typeface="Calibri"/>
                <a:buNone/>
              </a:pPr>
              <a:r>
                <a:rPr lang="en-IN" sz="1900" b="1" i="0" u="none" strike="noStrike" cap="none">
                  <a:solidFill>
                    <a:srgbClr val="FFFFFF"/>
                  </a:solidFill>
                  <a:latin typeface="Calibri"/>
                  <a:ea typeface="Calibri"/>
                  <a:cs typeface="Calibri"/>
                  <a:sym typeface="Calibri"/>
                </a:rPr>
                <a:t>EFFORT AND COST SAVING </a:t>
              </a:r>
              <a:endParaRPr sz="1900" b="1" i="0" u="none" strike="noStrike" cap="none">
                <a:solidFill>
                  <a:srgbClr val="FFFFFF"/>
                </a:solidFill>
                <a:latin typeface="Calibri"/>
                <a:ea typeface="Calibri"/>
                <a:cs typeface="Calibri"/>
                <a:sym typeface="Calibri"/>
              </a:endParaRPr>
            </a:p>
          </p:txBody>
        </p:sp>
        <p:sp>
          <p:nvSpPr>
            <p:cNvPr id="415" name="Google Shape;415;p1"/>
            <p:cNvSpPr/>
            <p:nvPr/>
          </p:nvSpPr>
          <p:spPr>
            <a:xfrm>
              <a:off x="8859531" y="796443"/>
              <a:ext cx="2589247" cy="3623400"/>
            </a:xfrm>
            <a:prstGeom prst="rect">
              <a:avLst/>
            </a:prstGeom>
            <a:solidFill>
              <a:srgbClr val="CBCADA">
                <a:alpha val="90196"/>
              </a:srgbClr>
            </a:solidFill>
            <a:ln w="19050" cap="flat" cmpd="sng">
              <a:solidFill>
                <a:srgbClr val="CBCADA">
                  <a:alpha val="90196"/>
                </a:srgbClr>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1"/>
            <p:cNvSpPr txBox="1"/>
            <p:nvPr/>
          </p:nvSpPr>
          <p:spPr>
            <a:xfrm>
              <a:off x="8859531" y="796443"/>
              <a:ext cx="2589247" cy="3623400"/>
            </a:xfrm>
            <a:prstGeom prst="rect">
              <a:avLst/>
            </a:prstGeom>
            <a:noFill/>
            <a:ln>
              <a:noFill/>
            </a:ln>
          </p:spPr>
          <p:txBody>
            <a:bodyPr spcFirstLastPara="1" wrap="square" lIns="58650" tIns="58650" rIns="78225" bIns="88000" anchor="t" anchorCtr="0">
              <a:noAutofit/>
            </a:bodyPr>
            <a:lstStyle/>
            <a:p>
              <a:pPr marL="114300" lvl="1" indent="-114300" algn="l" rtl="0">
                <a:lnSpc>
                  <a:spcPct val="90000"/>
                </a:lnSpc>
                <a:spcBef>
                  <a:spcPts val="165"/>
                </a:spcBef>
                <a:spcAft>
                  <a:spcPts val="0"/>
                </a:spcAft>
                <a:buClr>
                  <a:schemeClr val="lt1"/>
                </a:buClr>
                <a:buSzPts val="1400"/>
                <a:buFont typeface="Arial"/>
                <a:buNone/>
              </a:pPr>
              <a:endParaRPr lang="en-US" sz="1100" b="1" u="sng">
                <a:solidFill>
                  <a:schemeClr val="lt1"/>
                </a:solidFill>
              </a:endParaRPr>
            </a:p>
            <a:p>
              <a:pPr marL="114300" marR="0" lvl="1" indent="-114300" algn="l" rtl="0">
                <a:lnSpc>
                  <a:spcPct val="90000"/>
                </a:lnSpc>
                <a:spcBef>
                  <a:spcPts val="165"/>
                </a:spcBef>
                <a:spcAft>
                  <a:spcPts val="0"/>
                </a:spcAft>
                <a:buClr>
                  <a:schemeClr val="lt1"/>
                </a:buClr>
                <a:buSzPts val="1400"/>
                <a:buFont typeface="Arial"/>
                <a:buNone/>
              </a:pPr>
              <a:endParaRPr sz="1100" b="1" u="sng">
                <a:solidFill>
                  <a:schemeClr val="lt1"/>
                </a:solidFill>
              </a:endParaRPr>
            </a:p>
          </p:txBody>
        </p:sp>
      </p:grpSp>
      <p:sp>
        <p:nvSpPr>
          <p:cNvPr id="417" name="Google Shape;417;p1"/>
          <p:cNvSpPr txBox="1">
            <a:spLocks noGrp="1"/>
          </p:cNvSpPr>
          <p:nvPr>
            <p:ph type="title"/>
          </p:nvPr>
        </p:nvSpPr>
        <p:spPr>
          <a:xfrm>
            <a:off x="369457" y="631472"/>
            <a:ext cx="8596800" cy="387900"/>
          </a:xfrm>
          <a:prstGeom prst="rect">
            <a:avLst/>
          </a:prstGeom>
          <a:noFill/>
          <a:ln>
            <a:noFill/>
          </a:ln>
        </p:spPr>
        <p:txBody>
          <a:bodyPr spcFirstLastPara="1" wrap="square" lIns="0" tIns="0" rIns="0" bIns="0" anchor="ctr" anchorCtr="0">
            <a:spAutoFit/>
          </a:bodyPr>
          <a:lstStyle/>
          <a:p>
            <a:pPr marL="0" lvl="0" indent="0" algn="l">
              <a:lnSpc>
                <a:spcPct val="90000"/>
              </a:lnSpc>
              <a:spcBef>
                <a:spcPts val="0"/>
              </a:spcBef>
              <a:spcAft>
                <a:spcPts val="0"/>
              </a:spcAft>
              <a:buNone/>
            </a:pPr>
            <a:r>
              <a:rPr lang="en-IN" sz="2800"/>
              <a:t>1139813-Drive Automation for Business Efficiency</a:t>
            </a:r>
            <a:endParaRPr lang="en-US"/>
          </a:p>
        </p:txBody>
      </p:sp>
    </p:spTree>
  </p:cSld>
  <p:clrMapOvr>
    <a:masterClrMapping/>
  </p:clrMapOvr>
</p:sld>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Cognizant_2024</vt:lpstr>
      <vt:lpstr>TITLE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Anjana Sankaranarayanan</dc:creator>
  <cp:revision>14</cp:revision>
  <dcterms:created xsi:type="dcterms:W3CDTF">2021-05-06T07:44:31Z</dcterms:created>
  <dcterms:modified xsi:type="dcterms:W3CDTF">2026-08-20T10:37:25Z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0x01010028DE5DC04741E349BABCFC6727619204</vt:lpwstr>
  </property>
</Properties>
</file>
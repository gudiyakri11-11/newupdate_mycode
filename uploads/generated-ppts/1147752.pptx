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0" roundtripDataSignature="AMtx7mj/eqJLvJ2g9A5aFxQ8Bk9jCevWr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596D0-4B09-B1F6-58F3-67E7D3CF685A}" v="12" dt="2026-08-20T10:37:05.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5" Type="http://schemas.microsoft.com/office/2015/10/relationships/revisionInfo" Target="revisionInfo.xml"/><Relationship Id="rId10" Type="http://customschemas.google.com/relationships/presentationmetadata" Target="meta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notes"/>
          <p:cNvSpPr txBox="1">
            <a:spLocks noGrp="1"/>
          </p:cNvSpPr>
          <p:nvPr>
            <p:ph type="hdr" idx="3"/>
          </p:nvPr>
        </p:nvSpPr>
        <p:spPr>
          <a:xfrm>
            <a:off x="0" y="228600"/>
            <a:ext cx="342900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48"/>
              </a:buClr>
              <a:buSzPts val="1800"/>
              <a:buFont typeface="Arial"/>
              <a:buNone/>
            </a:pPr>
            <a:r>
              <a:rPr lang="en-IN" sz="1800" b="0" i="0" u="none" strike="noStrike" cap="none">
                <a:solidFill>
                  <a:srgbClr val="000048"/>
                </a:solidFill>
                <a:latin typeface="Arial"/>
                <a:ea typeface="Arial"/>
                <a:cs typeface="Arial"/>
                <a:sym typeface="Arial"/>
              </a:rPr>
              <a:t>Presentation title</a:t>
            </a:r>
            <a:endParaRPr/>
          </a:p>
        </p:txBody>
      </p:sp>
      <p:sp>
        <p:nvSpPr>
          <p:cNvPr id="395" name="Google Shape;395;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r>
              <a:rPr lang="en-IN" sz="700" b="0" i="0" u="none" strike="noStrike" cap="none">
                <a:solidFill>
                  <a:srgbClr val="000048"/>
                </a:solidFill>
                <a:latin typeface="Arial"/>
                <a:ea typeface="Arial"/>
                <a:cs typeface="Arial"/>
                <a:sym typeface="Arial"/>
              </a:rPr>
              <a:t>© 2025–2027 Cognizant | Private</a:t>
            </a:r>
            <a:endParaRPr/>
          </a:p>
        </p:txBody>
      </p:sp>
      <p:sp>
        <p:nvSpPr>
          <p:cNvPr id="396" name="Google Shape;39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fld id="{00000000-1234-1234-1234-123412341234}" type="slidenum">
              <a:rPr lang="en-IN" sz="700" b="0" i="0" u="none" strike="noStrike" cap="none">
                <a:solidFill>
                  <a:srgbClr val="000048"/>
                </a:solidFill>
                <a:latin typeface="Arial"/>
                <a:ea typeface="Arial"/>
                <a:cs typeface="Arial"/>
                <a:sym typeface="Arial"/>
              </a:rPr>
              <a:t>1</a:t>
            </a:fld>
            <a:endParaRPr sz="700" b="0" i="0" u="none" strike="noStrike" cap="none">
              <a:solidFill>
                <a:srgbClr val="000048"/>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vider 1 - gradient 1">
  <p:cSld name="Divider 1 - gradient 1">
    <p:bg>
      <p:bgPr>
        <a:solidFill>
          <a:schemeClr val="lt1"/>
        </a:solidFill>
        <a:effectLst/>
      </p:bgPr>
    </p:bg>
    <p:spTree>
      <p:nvGrpSpPr>
        <p:cNvPr id="1" name="Shape 16"/>
        <p:cNvGrpSpPr/>
        <p:nvPr/>
      </p:nvGrpSpPr>
      <p:grpSpPr>
        <a:xfrm>
          <a:off x="0" y="0"/>
          <a:ext cx="0" cy="0"/>
          <a:chOff x="0" y="0"/>
          <a:chExt cx="0" cy="0"/>
        </a:xfrm>
      </p:grpSpPr>
      <p:pic>
        <p:nvPicPr>
          <p:cNvPr id="17" name="Google Shape;17;p5"/>
          <p:cNvPicPr preferRelativeResize="0"/>
          <p:nvPr/>
        </p:nvPicPr>
        <p:blipFill rotWithShape="1">
          <a:blip r:embed="rId2">
            <a:alphaModFix/>
          </a:blip>
          <a:srcRect/>
          <a:stretch/>
        </p:blipFill>
        <p:spPr>
          <a:xfrm>
            <a:off x="0" y="-1"/>
            <a:ext cx="12188952" cy="6863434"/>
          </a:xfrm>
          <a:prstGeom prst="rect">
            <a:avLst/>
          </a:prstGeom>
          <a:noFill/>
          <a:ln>
            <a:noFill/>
          </a:ln>
        </p:spPr>
      </p:pic>
      <p:sp>
        <p:nvSpPr>
          <p:cNvPr id="18" name="Google Shape;18;p5"/>
          <p:cNvSpPr txBox="1">
            <a:spLocks noGrp="1"/>
          </p:cNvSpPr>
          <p:nvPr>
            <p:ph type="title"/>
          </p:nvPr>
        </p:nvSpPr>
        <p:spPr>
          <a:xfrm>
            <a:off x="1005840" y="1943100"/>
            <a:ext cx="7143750" cy="9971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57200" y="457200"/>
            <a:ext cx="1127760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
          <p:cNvSpPr txBox="1">
            <a:spLocks noGrp="1"/>
          </p:cNvSpPr>
          <p:nvPr>
            <p:ph type="body" idx="1"/>
          </p:nvPr>
        </p:nvSpPr>
        <p:spPr>
          <a:xfrm>
            <a:off x="457200" y="1447800"/>
            <a:ext cx="7518400" cy="4663440"/>
          </a:xfrm>
          <a:prstGeom prst="rect">
            <a:avLst/>
          </a:prstGeom>
          <a:noFill/>
          <a:ln>
            <a:noFill/>
          </a:ln>
        </p:spPr>
        <p:txBody>
          <a:bodyPr spcFirstLastPara="1" wrap="square" lIns="0" tIns="0" rIns="0" bIns="0" anchor="t" anchorCtr="0">
            <a:noAutofit/>
          </a:bodyPr>
          <a:lstStyle>
            <a:lvl1pPr marL="457200" marR="0" lvl="0" indent="-330200" algn="l" rtl="0">
              <a:lnSpc>
                <a:spcPct val="11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1pPr>
            <a:lvl2pPr marL="914400" marR="0" lvl="1" indent="-317500" algn="l" rtl="0">
              <a:lnSpc>
                <a:spcPct val="11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3pPr>
            <a:lvl4pPr marL="1828800" marR="0" lvl="3"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4pPr>
            <a:lvl5pPr marL="2286000" marR="0" lvl="4"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5pPr>
            <a:lvl6pPr marL="2743200" marR="0" lvl="5"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6pPr>
            <a:lvl7pPr marL="3200400" marR="0" lvl="6"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7pPr>
            <a:lvl8pPr marL="3657600" marR="0" lvl="7"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8pPr>
            <a:lvl9pPr marL="4114800" marR="0" lvl="8"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2" name="Google Shape;12;p3"/>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700" b="0" i="0" u="none" strike="noStrike" cap="none">
                <a:solidFill>
                  <a:schemeClr val="lt1"/>
                </a:solidFill>
                <a:latin typeface="Arial"/>
                <a:ea typeface="Arial"/>
                <a:cs typeface="Arial"/>
                <a:sym typeface="Arial"/>
              </a:defRPr>
            </a:lvl1pPr>
            <a:lvl2pPr marL="0" marR="0" lvl="1" indent="0" algn="l" rtl="0">
              <a:spcBef>
                <a:spcPts val="0"/>
              </a:spcBef>
              <a:buNone/>
              <a:defRPr sz="700" b="0" i="0" u="none" strike="noStrike" cap="none">
                <a:solidFill>
                  <a:schemeClr val="lt1"/>
                </a:solidFill>
                <a:latin typeface="Arial"/>
                <a:ea typeface="Arial"/>
                <a:cs typeface="Arial"/>
                <a:sym typeface="Arial"/>
              </a:defRPr>
            </a:lvl2pPr>
            <a:lvl3pPr marL="0" marR="0" lvl="2" indent="0" algn="l" rtl="0">
              <a:spcBef>
                <a:spcPts val="0"/>
              </a:spcBef>
              <a:buNone/>
              <a:defRPr sz="700" b="0" i="0" u="none" strike="noStrike" cap="none">
                <a:solidFill>
                  <a:schemeClr val="lt1"/>
                </a:solidFill>
                <a:latin typeface="Arial"/>
                <a:ea typeface="Arial"/>
                <a:cs typeface="Arial"/>
                <a:sym typeface="Arial"/>
              </a:defRPr>
            </a:lvl3pPr>
            <a:lvl4pPr marL="0" marR="0" lvl="3" indent="0" algn="l" rtl="0">
              <a:spcBef>
                <a:spcPts val="0"/>
              </a:spcBef>
              <a:buNone/>
              <a:defRPr sz="700" b="0" i="0" u="none" strike="noStrike" cap="none">
                <a:solidFill>
                  <a:schemeClr val="lt1"/>
                </a:solidFill>
                <a:latin typeface="Arial"/>
                <a:ea typeface="Arial"/>
                <a:cs typeface="Arial"/>
                <a:sym typeface="Arial"/>
              </a:defRPr>
            </a:lvl4pPr>
            <a:lvl5pPr marL="0" marR="0" lvl="4" indent="0" algn="l" rtl="0">
              <a:spcBef>
                <a:spcPts val="0"/>
              </a:spcBef>
              <a:buNone/>
              <a:defRPr sz="700" b="0" i="0" u="none" strike="noStrike" cap="none">
                <a:solidFill>
                  <a:schemeClr val="lt1"/>
                </a:solidFill>
                <a:latin typeface="Arial"/>
                <a:ea typeface="Arial"/>
                <a:cs typeface="Arial"/>
                <a:sym typeface="Arial"/>
              </a:defRPr>
            </a:lvl5pPr>
            <a:lvl6pPr marL="0" marR="0" lvl="5" indent="0" algn="l" rtl="0">
              <a:spcBef>
                <a:spcPts val="0"/>
              </a:spcBef>
              <a:buNone/>
              <a:defRPr sz="700" b="0" i="0" u="none" strike="noStrike" cap="none">
                <a:solidFill>
                  <a:schemeClr val="lt1"/>
                </a:solidFill>
                <a:latin typeface="Arial"/>
                <a:ea typeface="Arial"/>
                <a:cs typeface="Arial"/>
                <a:sym typeface="Arial"/>
              </a:defRPr>
            </a:lvl6pPr>
            <a:lvl7pPr marL="0" marR="0" lvl="6" indent="0" algn="l" rtl="0">
              <a:spcBef>
                <a:spcPts val="0"/>
              </a:spcBef>
              <a:buNone/>
              <a:defRPr sz="700" b="0" i="0" u="none" strike="noStrike" cap="none">
                <a:solidFill>
                  <a:schemeClr val="lt1"/>
                </a:solidFill>
                <a:latin typeface="Arial"/>
                <a:ea typeface="Arial"/>
                <a:cs typeface="Arial"/>
                <a:sym typeface="Arial"/>
              </a:defRPr>
            </a:lvl7pPr>
            <a:lvl8pPr marL="0" marR="0" lvl="7" indent="0" algn="l" rtl="0">
              <a:spcBef>
                <a:spcPts val="0"/>
              </a:spcBef>
              <a:buNone/>
              <a:defRPr sz="700" b="0" i="0" u="none" strike="noStrike" cap="none">
                <a:solidFill>
                  <a:schemeClr val="lt1"/>
                </a:solidFill>
                <a:latin typeface="Arial"/>
                <a:ea typeface="Arial"/>
                <a:cs typeface="Arial"/>
                <a:sym typeface="Arial"/>
              </a:defRPr>
            </a:lvl8pPr>
            <a:lvl9pPr marL="0" marR="0" lvl="8" indent="0" algn="l" rtl="0">
              <a:spcBef>
                <a:spcPts val="0"/>
              </a:spcBef>
              <a:buNone/>
              <a:defRPr sz="7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3" name="Google Shape;13;p3"/>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3"/>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5" name="Google Shape;15;p3"/>
          <p:cNvSpPr/>
          <p:nvPr/>
        </p:nvSpPr>
        <p:spPr>
          <a:xfrm>
            <a:off x="10591729" y="6454070"/>
            <a:ext cx="1170432" cy="205449"/>
          </a:xfrm>
          <a:prstGeom prst="rect">
            <a:avLst/>
          </a:prstGeom>
          <a:noFill/>
          <a:ln>
            <a:noFill/>
          </a:ln>
        </p:spPr>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88">
          <p15:clr>
            <a:srgbClr val="F26B43"/>
          </p15:clr>
        </p15:guide>
        <p15:guide id="4" pos="1472">
          <p15:clr>
            <a:srgbClr val="F26B43"/>
          </p15:clr>
        </p15:guide>
        <p15:guide id="5" pos="2656">
          <p15:clr>
            <a:srgbClr val="F26B43"/>
          </p15:clr>
        </p15:guide>
        <p15:guide id="6" pos="3840">
          <p15:clr>
            <a:srgbClr val="F26B43"/>
          </p15:clr>
        </p15:guide>
        <p15:guide id="7" pos="5024">
          <p15:clr>
            <a:srgbClr val="F26B43"/>
          </p15:clr>
        </p15:guide>
        <p15:guide id="8" pos="6208">
          <p15:clr>
            <a:srgbClr val="F26B43"/>
          </p15:clr>
        </p15:guide>
        <p15:guide id="9" pos="7392">
          <p15:clr>
            <a:srgbClr val="F26B43"/>
          </p15:clr>
        </p15:guide>
        <p15:guide id="10" orient="horz">
          <p15:clr>
            <a:srgbClr val="F26B43"/>
          </p15:clr>
        </p15:guide>
        <p15:guide id="11" orient="horz" pos="4320">
          <p15:clr>
            <a:srgbClr val="F26B43"/>
          </p15:clr>
        </p15:guide>
        <p15:guide id="12" orient="horz" pos="288">
          <p15:clr>
            <a:srgbClr val="F26B43"/>
          </p15:clr>
        </p15:guide>
        <p15:guide id="13" orient="horz" pos="912">
          <p15:clr>
            <a:srgbClr val="F26B43"/>
          </p15:clr>
        </p15:guide>
        <p15:guide id="14" orient="horz" pos="1536">
          <p15:clr>
            <a:srgbClr val="F26B43"/>
          </p15:clr>
        </p15:guide>
        <p15:guide id="15" orient="horz" pos="2160">
          <p15:clr>
            <a:srgbClr val="F26B43"/>
          </p15:clr>
        </p15:guide>
        <p15:guide id="16" orient="horz" pos="2784">
          <p15:clr>
            <a:srgbClr val="F26B43"/>
          </p15:clr>
        </p15:guide>
        <p15:guide id="17" orient="horz" pos="3408">
          <p15:clr>
            <a:srgbClr val="F26B43"/>
          </p15:clr>
        </p15:guide>
        <p15:guide id="18"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fld id="{00000000-1234-1234-1234-123412341234}" type="slidenum">
              <a:rPr lang="en-IN" sz="700" b="0" i="0" u="none" strike="noStrike" cap="none">
                <a:solidFill>
                  <a:srgbClr val="FFFFFF"/>
                </a:solidFill>
                <a:latin typeface="Arial"/>
                <a:ea typeface="Arial"/>
                <a:cs typeface="Arial"/>
                <a:sym typeface="Arial"/>
              </a:rPr>
              <a:t>1</a:t>
            </a:fld>
            <a:endParaRPr sz="700" b="0" i="0" u="none" strike="noStrike" cap="none">
              <a:solidFill>
                <a:srgbClr val="FFFFFF"/>
              </a:solidFill>
              <a:latin typeface="Arial"/>
              <a:ea typeface="Arial"/>
              <a:cs typeface="Arial"/>
              <a:sym typeface="Arial"/>
            </a:endParaRPr>
          </a:p>
        </p:txBody>
      </p:sp>
      <p:sp>
        <p:nvSpPr>
          <p:cNvPr id="399" name="Google Shape;399;p1"/>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r>
              <a:rPr lang="en-IN" sz="700" b="0" i="0" u="none" strike="noStrike" cap="none">
                <a:solidFill>
                  <a:srgbClr val="FFFFFF"/>
                </a:solidFill>
                <a:latin typeface="Arial"/>
                <a:ea typeface="Arial"/>
                <a:cs typeface="Arial"/>
                <a:sym typeface="Arial"/>
              </a:rPr>
              <a:t>© 2025–2027 Cognizant | Private</a:t>
            </a:r>
            <a:endParaRPr/>
          </a:p>
        </p:txBody>
      </p:sp>
      <p:grpSp>
        <p:nvGrpSpPr>
          <p:cNvPr id="400" name="Google Shape;400;p1"/>
          <p:cNvGrpSpPr/>
          <p:nvPr/>
        </p:nvGrpSpPr>
        <p:grpSpPr>
          <a:xfrm>
            <a:off x="373763" y="1719699"/>
            <a:ext cx="11444472" cy="4322115"/>
            <a:chOff x="4306" y="97728"/>
            <a:chExt cx="11444472" cy="4322115"/>
          </a:xfrm>
        </p:grpSpPr>
        <p:sp>
          <p:nvSpPr>
            <p:cNvPr id="401" name="Google Shape;401;p1"/>
            <p:cNvSpPr/>
            <p:nvPr/>
          </p:nvSpPr>
          <p:spPr>
            <a:xfrm>
              <a:off x="4306" y="97728"/>
              <a:ext cx="2589247" cy="698715"/>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
            <p:cNvSpPr txBox="1"/>
            <p:nvPr/>
          </p:nvSpPr>
          <p:spPr>
            <a:xfrm>
              <a:off x="4306"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USE CASE &amp; DESCRIPTION</a:t>
              </a:r>
              <a:endParaRPr sz="1900" b="1" i="0" u="none" strike="noStrike" cap="none">
                <a:solidFill>
                  <a:srgbClr val="FFFFFF"/>
                </a:solidFill>
                <a:latin typeface="Calibri"/>
                <a:ea typeface="Calibri"/>
                <a:cs typeface="Calibri"/>
                <a:sym typeface="Calibri"/>
              </a:endParaRPr>
            </a:p>
          </p:txBody>
        </p:sp>
        <p:sp>
          <p:nvSpPr>
            <p:cNvPr id="403" name="Google Shape;403;p1"/>
            <p:cNvSpPr/>
            <p:nvPr/>
          </p:nvSpPr>
          <p:spPr>
            <a:xfrm>
              <a:off x="4306" y="796443"/>
              <a:ext cx="2589247" cy="3623400"/>
            </a:xfrm>
            <a:prstGeom prst="rect">
              <a:avLst/>
            </a:prstGeom>
            <a:solidFill>
              <a:srgbClr val="C8D5DD">
                <a:alpha val="90196"/>
              </a:srgbClr>
            </a:solidFill>
            <a:ln w="19050" cap="flat" cmpd="sng">
              <a:solidFill>
                <a:srgbClr val="C8D5DD">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
            <p:cNvSpPr txBox="1"/>
            <p:nvPr/>
          </p:nvSpPr>
          <p:spPr>
            <a:xfrm>
              <a:off x="4306"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Develop an AI powered GitHub Agent that analyzes the repository and helps developers quickly identify the correct module, program, file, and code section that needs to be modified based on a given requirement or incident. The agent will search the repository, understand relationships between modules, analyze the existing logic, and provide the developer with The recommended module file to modify the exact code section or paragraph Reason why that module needs to be changed Related modules and dependencies Potential impact of the proposed change Suggested code changes the agent will first provide its analysis and recommendations for developer review. Once approved, it can assist in making the required changes and preparing the code for a pull request</a:t>
              </a:r>
            </a:p>
          </p:txBody>
        </p:sp>
        <p:sp>
          <p:nvSpPr>
            <p:cNvPr id="405" name="Google Shape;405;p1"/>
            <p:cNvSpPr/>
            <p:nvPr/>
          </p:nvSpPr>
          <p:spPr>
            <a:xfrm>
              <a:off x="2956047" y="97728"/>
              <a:ext cx="2589247" cy="698715"/>
            </a:xfrm>
            <a:prstGeom prst="rect">
              <a:avLst/>
            </a:prstGeom>
            <a:solidFill>
              <a:srgbClr val="105B97"/>
            </a:solidFill>
            <a:ln w="19050" cap="flat" cmpd="sng">
              <a:solidFill>
                <a:srgbClr val="105B97"/>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
            <p:cNvSpPr txBox="1"/>
            <p:nvPr/>
          </p:nvSpPr>
          <p:spPr>
            <a:xfrm>
              <a:off x="2956047"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SOLUTION APPROACH</a:t>
              </a:r>
              <a:endParaRPr/>
            </a:p>
          </p:txBody>
        </p:sp>
        <p:sp>
          <p:nvSpPr>
            <p:cNvPr id="407" name="Google Shape;407;p1"/>
            <p:cNvSpPr/>
            <p:nvPr/>
          </p:nvSpPr>
          <p:spPr>
            <a:xfrm>
              <a:off x="2956047" y="796443"/>
              <a:ext cx="2589247" cy="3623400"/>
            </a:xfrm>
            <a:prstGeom prst="rect">
              <a:avLst/>
            </a:prstGeom>
            <a:solidFill>
              <a:srgbClr val="C8D1DC">
                <a:alpha val="90196"/>
              </a:srgbClr>
            </a:solidFill>
            <a:ln w="19050" cap="flat" cmpd="sng">
              <a:solidFill>
                <a:srgbClr val="C8D1DC">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
            <p:cNvSpPr txBox="1"/>
            <p:nvPr/>
          </p:nvSpPr>
          <p:spPr>
            <a:xfrm>
              <a:off x="2956047"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
              </a:r>
            </a:p>
          </p:txBody>
        </p:sp>
        <p:sp>
          <p:nvSpPr>
            <p:cNvPr id="409" name="Google Shape;409;p1"/>
            <p:cNvSpPr/>
            <p:nvPr/>
          </p:nvSpPr>
          <p:spPr>
            <a:xfrm>
              <a:off x="5907789" y="97728"/>
              <a:ext cx="2589247" cy="698715"/>
            </a:xfrm>
            <a:prstGeom prst="rect">
              <a:avLst/>
            </a:prstGeom>
            <a:solidFill>
              <a:srgbClr val="1E3F93"/>
            </a:solidFill>
            <a:ln w="19050" cap="flat" cmpd="sng">
              <a:solidFill>
                <a:srgbClr val="1E3F93"/>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
            <p:cNvSpPr txBox="1"/>
            <p:nvPr/>
          </p:nvSpPr>
          <p:spPr>
            <a:xfrm>
              <a:off x="5907789"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BUSINESS BENEFIT</a:t>
              </a:r>
              <a:endParaRPr sz="1900" b="1" i="0" u="none" strike="noStrike" cap="none">
                <a:solidFill>
                  <a:srgbClr val="FFFFFF"/>
                </a:solidFill>
                <a:latin typeface="Calibri"/>
                <a:ea typeface="Calibri"/>
                <a:cs typeface="Calibri"/>
                <a:sym typeface="Calibri"/>
              </a:endParaRPr>
            </a:p>
          </p:txBody>
        </p:sp>
        <p:sp>
          <p:nvSpPr>
            <p:cNvPr id="411" name="Google Shape;411;p1"/>
            <p:cNvSpPr/>
            <p:nvPr/>
          </p:nvSpPr>
          <p:spPr>
            <a:xfrm>
              <a:off x="5907789" y="796443"/>
              <a:ext cx="2589247" cy="3623400"/>
            </a:xfrm>
            <a:prstGeom prst="rect">
              <a:avLst/>
            </a:prstGeom>
            <a:solidFill>
              <a:srgbClr val="C9CDDB">
                <a:alpha val="90196"/>
              </a:srgbClr>
            </a:solidFill>
            <a:ln w="19050" cap="flat" cmpd="sng">
              <a:solidFill>
                <a:srgbClr val="C9CDDB">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
            <p:cNvSpPr txBox="1"/>
            <p:nvPr/>
          </p:nvSpPr>
          <p:spPr>
            <a:xfrm>
              <a:off x="5907789" y="796443"/>
              <a:ext cx="2589247" cy="3623400"/>
            </a:xfrm>
            <a:prstGeom prst="rect">
              <a:avLst/>
            </a:prstGeom>
            <a:noFill/>
            <a:ln>
              <a:noFill/>
            </a:ln>
          </p:spPr>
          <p:txBody>
            <a:bodyPr spcFirstLastPara="1" wrap="square" lIns="58650" tIns="58650" rIns="78225" bIns="88000" anchor="t" anchorCtr="0">
              <a:noAutofit/>
            </a:bodyPr>
            <a:lstStyle/>
            <a:p>
              <a:pPr marL="914400" lvl="0" indent="0" algn="l" rtl="0">
                <a:lnSpc>
                  <a:spcPct val="90000"/>
                </a:lnSpc>
                <a:spcBef>
                  <a:spcPts val="165"/>
                </a:spcBef>
                <a:spcAft>
                  <a:spcPts val="0"/>
                </a:spcAft>
                <a:buNone/>
              </a:pPr>
              <a:endParaRPr lang="en-US" sz="1100" b="1">
                <a:solidFill>
                  <a:schemeClr val="lt1"/>
                </a:solidFill>
              </a:endParaRPr>
            </a:p>
            <a:p>
              <a:pPr marL="57150" marR="0" lvl="1" indent="0" algn="l" rtl="0">
                <a:lnSpc>
                  <a:spcPct val="90000"/>
                </a:lnSpc>
                <a:spcBef>
                  <a:spcPts val="165"/>
                </a:spcBef>
                <a:spcAft>
                  <a:spcPts val="0"/>
                </a:spcAft>
                <a:buClr>
                  <a:schemeClr val="lt1"/>
                </a:buClr>
                <a:buSzPts val="1100"/>
                <a:buFont typeface="Arial"/>
                <a:buNone/>
              </a:pPr>
              <a:endParaRPr sz="1100" b="0" i="0" u="none" strike="noStrike" cap="none">
                <a:solidFill>
                  <a:schemeClr val="lt1"/>
                </a:solidFill>
                <a:latin typeface="Arial"/>
                <a:ea typeface="Arial"/>
                <a:cs typeface="Arial"/>
                <a:sym typeface="Arial"/>
              </a:endParaRPr>
            </a:p>
          </p:txBody>
        </p:sp>
        <p:sp>
          <p:nvSpPr>
            <p:cNvPr id="413" name="Google Shape;413;p1"/>
            <p:cNvSpPr/>
            <p:nvPr/>
          </p:nvSpPr>
          <p:spPr>
            <a:xfrm>
              <a:off x="8859531" y="97728"/>
              <a:ext cx="2589247" cy="698715"/>
            </a:xfrm>
            <a:prstGeom prst="rect">
              <a:avLst/>
            </a:prstGeom>
            <a:solidFill>
              <a:srgbClr val="2D2F8D"/>
            </a:solidFill>
            <a:ln w="19050" cap="flat" cmpd="sng">
              <a:solidFill>
                <a:srgbClr val="2D2F8D"/>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
            <p:cNvSpPr txBox="1"/>
            <p:nvPr/>
          </p:nvSpPr>
          <p:spPr>
            <a:xfrm>
              <a:off x="8859531"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EFFORT AND COST SAVING </a:t>
              </a:r>
              <a:endParaRPr sz="1900" b="1" i="0" u="none" strike="noStrike" cap="none">
                <a:solidFill>
                  <a:srgbClr val="FFFFFF"/>
                </a:solidFill>
                <a:latin typeface="Calibri"/>
                <a:ea typeface="Calibri"/>
                <a:cs typeface="Calibri"/>
                <a:sym typeface="Calibri"/>
              </a:endParaRPr>
            </a:p>
          </p:txBody>
        </p:sp>
        <p:sp>
          <p:nvSpPr>
            <p:cNvPr id="415" name="Google Shape;415;p1"/>
            <p:cNvSpPr/>
            <p:nvPr/>
          </p:nvSpPr>
          <p:spPr>
            <a:xfrm>
              <a:off x="8859531" y="796443"/>
              <a:ext cx="2589247" cy="3623400"/>
            </a:xfrm>
            <a:prstGeom prst="rect">
              <a:avLst/>
            </a:prstGeom>
            <a:solidFill>
              <a:srgbClr val="CBCADA">
                <a:alpha val="90196"/>
              </a:srgbClr>
            </a:solidFill>
            <a:ln w="19050" cap="flat" cmpd="sng">
              <a:solidFill>
                <a:srgbClr val="CBCADA">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
            <p:cNvSpPr txBox="1"/>
            <p:nvPr/>
          </p:nvSpPr>
          <p:spPr>
            <a:xfrm>
              <a:off x="8859531" y="796443"/>
              <a:ext cx="2589247" cy="3623400"/>
            </a:xfrm>
            <a:prstGeom prst="rect">
              <a:avLst/>
            </a:prstGeom>
            <a:noFill/>
            <a:ln>
              <a:noFill/>
            </a:ln>
          </p:spPr>
          <p:txBody>
            <a:bodyPr spcFirstLastPara="1" wrap="square" lIns="58650" tIns="58650" rIns="78225" bIns="88000" anchor="t" anchorCtr="0">
              <a:noAutofit/>
            </a:bodyPr>
            <a:lstStyle/>
            <a:p>
              <a:pPr marL="114300" lvl="1" indent="-114300" algn="l" rtl="0">
                <a:lnSpc>
                  <a:spcPct val="90000"/>
                </a:lnSpc>
                <a:spcBef>
                  <a:spcPts val="165"/>
                </a:spcBef>
                <a:spcAft>
                  <a:spcPts val="0"/>
                </a:spcAft>
                <a:buClr>
                  <a:schemeClr val="lt1"/>
                </a:buClr>
                <a:buSzPts val="1400"/>
                <a:buFont typeface="Arial"/>
                <a:buNone/>
              </a:pPr>
              <a:endParaRPr lang="en-US" sz="1100" b="1" u="sng">
                <a:solidFill>
                  <a:schemeClr val="lt1"/>
                </a:solidFill>
              </a:endParaRPr>
            </a:p>
            <a:p>
              <a:pPr marL="114300" marR="0" lvl="1" indent="-114300" algn="l" rtl="0">
                <a:lnSpc>
                  <a:spcPct val="90000"/>
                </a:lnSpc>
                <a:spcBef>
                  <a:spcPts val="165"/>
                </a:spcBef>
                <a:spcAft>
                  <a:spcPts val="0"/>
                </a:spcAft>
                <a:buClr>
                  <a:schemeClr val="lt1"/>
                </a:buClr>
                <a:buSzPts val="1400"/>
                <a:buFont typeface="Arial"/>
                <a:buNone/>
              </a:pPr>
              <a:endParaRPr sz="1100" b="1" u="sng">
                <a:solidFill>
                  <a:schemeClr val="lt1"/>
                </a:solidFill>
              </a:endParaRPr>
            </a:p>
          </p:txBody>
        </p:sp>
      </p:grpSp>
      <p:sp>
        <p:nvSpPr>
          <p:cNvPr id="417" name="Google Shape;417;p1"/>
          <p:cNvSpPr txBox="1">
            <a:spLocks noGrp="1"/>
          </p:cNvSpPr>
          <p:nvPr>
            <p:ph type="title"/>
          </p:nvPr>
        </p:nvSpPr>
        <p:spPr>
          <a:xfrm>
            <a:off x="369457" y="631472"/>
            <a:ext cx="8596800" cy="387900"/>
          </a:xfrm>
          <a:prstGeom prst="rect">
            <a:avLst/>
          </a:prstGeom>
          <a:noFill/>
          <a:ln>
            <a:noFill/>
          </a:ln>
        </p:spPr>
        <p:txBody>
          <a:bodyPr spcFirstLastPara="1" wrap="square" lIns="0" tIns="0" rIns="0" bIns="0" anchor="ctr" anchorCtr="0">
            <a:spAutoFit/>
          </a:bodyPr>
          <a:lstStyle/>
          <a:p>
            <a:pPr marL="0" lvl="0" indent="0" algn="l">
              <a:lnSpc>
                <a:spcPct val="90000"/>
              </a:lnSpc>
              <a:spcBef>
                <a:spcPts val="0"/>
              </a:spcBef>
              <a:spcAft>
                <a:spcPts val="0"/>
              </a:spcAft>
              <a:buNone/>
            </a:pPr>
            <a:r>
              <a:rPr lang="en-IN" sz="2800"/>
              <a:t>1147752-AIPowered GitHub Agent for Intelligent Module Identification and Code Change Assistance</a:t>
            </a:r>
            <a:endParaRPr lang="en-US"/>
          </a:p>
        </p:txBody>
      </p:sp>
    </p:spTree>
  </p:cSld>
  <p:clrMapOvr>
    <a:masterClrMapping/>
  </p:clrMapOvr>
</p:sld>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Cognizant_2024</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Anjana Sankaranarayanan</dc:creator>
  <cp:revision>14</cp:revision>
  <dcterms:created xsi:type="dcterms:W3CDTF">2021-05-06T07:44:31Z</dcterms:created>
  <dcterms:modified xsi:type="dcterms:W3CDTF">2026-08-20T10:37:25Z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0x01010028DE5DC04741E349BABCFC6727619204</vt:lpwstr>
  </property>
</Properties>
</file>
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 roundtripDataSignature="AMtx7mj/eqJLvJ2g9A5aFxQ8Bk9jCevW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96D0-4B09-B1F6-58F3-67E7D3CF685A}" v="12" dt="2026-08-20T10:37:0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notes"/>
          <p:cNvSpPr txBox="1">
            <a:spLocks noGrp="1"/>
          </p:cNvSpPr>
          <p:nvPr>
            <p:ph type="hdr" idx="3"/>
          </p:nvPr>
        </p:nvSpPr>
        <p:spPr>
          <a:xfrm>
            <a:off x="0" y="228600"/>
            <a:ext cx="34290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48"/>
              </a:buClr>
              <a:buSzPts val="1800"/>
              <a:buFont typeface="Arial"/>
              <a:buNone/>
            </a:pPr>
            <a:r>
              <a:rPr lang="en-IN" sz="1800" b="0" i="0" u="none" strike="noStrike" cap="none">
                <a:solidFill>
                  <a:srgbClr val="000048"/>
                </a:solidFill>
                <a:latin typeface="Arial"/>
                <a:ea typeface="Arial"/>
                <a:cs typeface="Arial"/>
                <a:sym typeface="Arial"/>
              </a:rPr>
              <a:t>Presentation title</a:t>
            </a:r>
            <a:endParaRPr/>
          </a:p>
        </p:txBody>
      </p:sp>
      <p:sp>
        <p:nvSpPr>
          <p:cNvPr id="395" name="Google Shape;395;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r>
              <a:rPr lang="en-IN" sz="700" b="0" i="0" u="none" strike="noStrike" cap="none">
                <a:solidFill>
                  <a:srgbClr val="000048"/>
                </a:solidFill>
                <a:latin typeface="Arial"/>
                <a:ea typeface="Arial"/>
                <a:cs typeface="Arial"/>
                <a:sym typeface="Arial"/>
              </a:rPr>
              <a:t>© 2025–2027 Cognizant | Private</a:t>
            </a:r>
            <a:endParaRPr/>
          </a:p>
        </p:txBody>
      </p:sp>
      <p:sp>
        <p:nvSpPr>
          <p:cNvPr id="396" name="Google Shape;3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fld id="{00000000-1234-1234-1234-123412341234}" type="slidenum">
              <a:rPr lang="en-IN" sz="700" b="0" i="0" u="none" strike="noStrike" cap="none">
                <a:solidFill>
                  <a:srgbClr val="000048"/>
                </a:solidFill>
                <a:latin typeface="Arial"/>
                <a:ea typeface="Arial"/>
                <a:cs typeface="Arial"/>
                <a:sym typeface="Arial"/>
              </a:rPr>
              <a:t>1</a:t>
            </a:fld>
            <a:endParaRPr sz="700" b="0" i="0" u="none" strike="noStrike" cap="none">
              <a:solidFill>
                <a:srgbClr val="000048"/>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1 - gradient 1">
  <p:cSld name="Divider 1 - gradient 1">
    <p:bg>
      <p:bgPr>
        <a:solidFill>
          <a:schemeClr val="lt1"/>
        </a:solidFill>
        <a:effectLst/>
      </p:bgPr>
    </p:bg>
    <p:spTree>
      <p:nvGrpSpPr>
        <p:cNvPr id="1" name="Shape 16"/>
        <p:cNvGrpSpPr/>
        <p:nvPr/>
      </p:nvGrpSpPr>
      <p:grpSpPr>
        <a:xfrm>
          <a:off x="0" y="0"/>
          <a:ext cx="0" cy="0"/>
          <a:chOff x="0" y="0"/>
          <a:chExt cx="0" cy="0"/>
        </a:xfrm>
      </p:grpSpPr>
      <p:pic>
        <p:nvPicPr>
          <p:cNvPr id="17" name="Google Shape;17;p5"/>
          <p:cNvPicPr preferRelativeResize="0"/>
          <p:nvPr/>
        </p:nvPicPr>
        <p:blipFill rotWithShape="1">
          <a:blip r:embed="rId2">
            <a:alphaModFix/>
          </a:blip>
          <a:srcRect/>
          <a:stretch/>
        </p:blipFill>
        <p:spPr>
          <a:xfrm>
            <a:off x="0" y="-1"/>
            <a:ext cx="12188952" cy="6863434"/>
          </a:xfrm>
          <a:prstGeom prst="rect">
            <a:avLst/>
          </a:prstGeom>
          <a:noFill/>
          <a:ln>
            <a:noFill/>
          </a:ln>
        </p:spPr>
      </p:pic>
      <p:sp>
        <p:nvSpPr>
          <p:cNvPr id="18" name="Google Shape;18;p5"/>
          <p:cNvSpPr txBox="1">
            <a:spLocks noGrp="1"/>
          </p:cNvSpPr>
          <p:nvPr>
            <p:ph type="title"/>
          </p:nvPr>
        </p:nvSpPr>
        <p:spPr>
          <a:xfrm>
            <a:off x="1005840" y="1943100"/>
            <a:ext cx="7143750" cy="9971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57200" y="457200"/>
            <a:ext cx="11277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457200" y="1447800"/>
            <a:ext cx="7518400" cy="4663440"/>
          </a:xfrm>
          <a:prstGeom prst="rect">
            <a:avLst/>
          </a:prstGeom>
          <a:noFill/>
          <a:ln>
            <a:noFill/>
          </a:ln>
        </p:spPr>
        <p:txBody>
          <a:bodyPr spcFirstLastPara="1" wrap="square" lIns="0" tIns="0" rIns="0" bIns="0" anchor="t" anchorCtr="0">
            <a:noAutofit/>
          </a:bodyPr>
          <a:lstStyle>
            <a:lvl1pPr marL="457200" marR="0" lvl="0" indent="-330200" algn="l" rtl="0">
              <a:lnSpc>
                <a:spcPct val="11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17500" algn="l" rtl="0">
              <a:lnSpc>
                <a:spcPct val="11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3pPr>
            <a:lvl4pPr marL="1828800" marR="0" lvl="3"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3" name="Google Shape;13;p3"/>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3"/>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
          <p:cNvSpPr/>
          <p:nvPr/>
        </p:nvSpPr>
        <p:spPr>
          <a:xfrm>
            <a:off x="10591729" y="6454070"/>
            <a:ext cx="1170432" cy="205449"/>
          </a:xfrm>
          <a:prstGeom prst="rect">
            <a:avLst/>
          </a:prstGeom>
          <a:noFill/>
          <a:ln>
            <a:noFill/>
          </a:ln>
        </p:spPr>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88">
          <p15:clr>
            <a:srgbClr val="F26B43"/>
          </p15:clr>
        </p15:guide>
        <p15:guide id="4" pos="1472">
          <p15:clr>
            <a:srgbClr val="F26B43"/>
          </p15:clr>
        </p15:guide>
        <p15:guide id="5" pos="2656">
          <p15:clr>
            <a:srgbClr val="F26B43"/>
          </p15:clr>
        </p15:guide>
        <p15:guide id="6" pos="3840">
          <p15:clr>
            <a:srgbClr val="F26B43"/>
          </p15:clr>
        </p15:guide>
        <p15:guide id="7" pos="5024">
          <p15:clr>
            <a:srgbClr val="F26B43"/>
          </p15:clr>
        </p15:guide>
        <p15:guide id="8" pos="6208">
          <p15:clr>
            <a:srgbClr val="F26B43"/>
          </p15:clr>
        </p15:guide>
        <p15:guide id="9" pos="7392">
          <p15:clr>
            <a:srgbClr val="F26B43"/>
          </p15:clr>
        </p15:guide>
        <p15:guide id="10" orient="horz">
          <p15:clr>
            <a:srgbClr val="F26B43"/>
          </p15:clr>
        </p15:guide>
        <p15:guide id="11" orient="horz" pos="4320">
          <p15:clr>
            <a:srgbClr val="F26B43"/>
          </p15:clr>
        </p15:guide>
        <p15:guide id="12" orient="horz" pos="288">
          <p15:clr>
            <a:srgbClr val="F26B43"/>
          </p15:clr>
        </p15:guide>
        <p15:guide id="13" orient="horz" pos="912">
          <p15:clr>
            <a:srgbClr val="F26B43"/>
          </p15:clr>
        </p15:guide>
        <p15:guide id="14" orient="horz" pos="1536">
          <p15:clr>
            <a:srgbClr val="F26B43"/>
          </p15:clr>
        </p15:guide>
        <p15:guide id="15" orient="horz" pos="2160">
          <p15:clr>
            <a:srgbClr val="F26B43"/>
          </p15:clr>
        </p15:guide>
        <p15:guide id="16" orient="horz" pos="2784">
          <p15:clr>
            <a:srgbClr val="F26B43"/>
          </p15:clr>
        </p15:guide>
        <p15:guide id="17" orient="horz" pos="3408">
          <p15:clr>
            <a:srgbClr val="F26B43"/>
          </p15:clr>
        </p15:guide>
        <p15:guide id="18"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fld id="{00000000-1234-1234-1234-123412341234}" type="slidenum">
              <a:rPr lang="en-IN" sz="700" b="0" i="0" u="none" strike="noStrike" cap="none">
                <a:solidFill>
                  <a:srgbClr val="FFFFFF"/>
                </a:solidFill>
                <a:latin typeface="Arial"/>
                <a:ea typeface="Arial"/>
                <a:cs typeface="Arial"/>
                <a:sym typeface="Arial"/>
              </a:rPr>
              <a:t>1</a:t>
            </a:fld>
            <a:endParaRPr sz="700" b="0" i="0" u="none" strike="noStrike" cap="none">
              <a:solidFill>
                <a:srgbClr val="FFFFFF"/>
              </a:solidFill>
              <a:latin typeface="Arial"/>
              <a:ea typeface="Arial"/>
              <a:cs typeface="Arial"/>
              <a:sym typeface="Arial"/>
            </a:endParaRPr>
          </a:p>
        </p:txBody>
      </p:sp>
      <p:sp>
        <p:nvSpPr>
          <p:cNvPr id="399" name="Google Shape;399;p1"/>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IN" sz="700" b="0" i="0" u="none" strike="noStrike" cap="none">
                <a:solidFill>
                  <a:srgbClr val="FFFFFF"/>
                </a:solidFill>
                <a:latin typeface="Arial"/>
                <a:ea typeface="Arial"/>
                <a:cs typeface="Arial"/>
                <a:sym typeface="Arial"/>
              </a:rPr>
              <a:t>© 2025–2027 Cognizant | Private</a:t>
            </a:r>
            <a:endParaRPr/>
          </a:p>
        </p:txBody>
      </p:sp>
      <p:grpSp>
        <p:nvGrpSpPr>
          <p:cNvPr id="400" name="Google Shape;400;p1"/>
          <p:cNvGrpSpPr/>
          <p:nvPr/>
        </p:nvGrpSpPr>
        <p:grpSpPr>
          <a:xfrm>
            <a:off x="373763" y="1719699"/>
            <a:ext cx="11444472" cy="4322115"/>
            <a:chOff x="4306" y="97728"/>
            <a:chExt cx="11444472" cy="4322115"/>
          </a:xfrm>
        </p:grpSpPr>
        <p:sp>
          <p:nvSpPr>
            <p:cNvPr id="401" name="Google Shape;401;p1"/>
            <p:cNvSpPr/>
            <p:nvPr/>
          </p:nvSpPr>
          <p:spPr>
            <a:xfrm>
              <a:off x="4306" y="97728"/>
              <a:ext cx="2589247" cy="698715"/>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
            <p:cNvSpPr txBox="1"/>
            <p:nvPr/>
          </p:nvSpPr>
          <p:spPr>
            <a:xfrm>
              <a:off x="4306"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USE CASE &amp; DESCRIPTION</a:t>
              </a:r>
              <a:endParaRPr sz="1900" b="1" i="0" u="none" strike="noStrike" cap="none">
                <a:solidFill>
                  <a:srgbClr val="FFFFFF"/>
                </a:solidFill>
                <a:latin typeface="Calibri"/>
                <a:ea typeface="Calibri"/>
                <a:cs typeface="Calibri"/>
                <a:sym typeface="Calibri"/>
              </a:endParaRPr>
            </a:p>
          </p:txBody>
        </p:sp>
        <p:sp>
          <p:nvSpPr>
            <p:cNvPr id="403" name="Google Shape;403;p1"/>
            <p:cNvSpPr/>
            <p:nvPr/>
          </p:nvSpPr>
          <p:spPr>
            <a:xfrm>
              <a:off x="4306" y="796443"/>
              <a:ext cx="2589247" cy="3623400"/>
            </a:xfrm>
            <a:prstGeom prst="rect">
              <a:avLst/>
            </a:prstGeom>
            <a:solidFill>
              <a:srgbClr val="C8D5DD">
                <a:alpha val="90196"/>
              </a:srgbClr>
            </a:solidFill>
            <a:ln w="19050" cap="flat" cmpd="sng">
              <a:solidFill>
                <a:srgbClr val="C8D5DD">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
            <p:cNvSpPr txBox="1"/>
            <p:nvPr/>
          </p:nvSpPr>
          <p:spPr>
            <a:xfrm>
              <a:off x="4306"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To streamline the process of identifying the correct access request catalog, we propose developing an AIpowered Catalog Assistance Agent that serves as a centralized knowledge resource for application access requests. Instead of relying on colleagues, senior team members, or manually searching through historical tickets, users can interact with the agent using natural language queries such as, What is the catalog for Informatica access for this application The agent will analyze the request and instantly provide the appropriate catalog, access request link, and any relevant instructions. By leveraging a centralized repository of catalog information, the solution will reduce search time, improve accuracy, promote self service, and enhance overall operational efficiency by ensuring users can quickly find the correct access request information whenever needed.</a:t>
              </a:r>
            </a:p>
          </p:txBody>
        </p:sp>
        <p:sp>
          <p:nvSpPr>
            <p:cNvPr id="405" name="Google Shape;405;p1"/>
            <p:cNvSpPr/>
            <p:nvPr/>
          </p:nvSpPr>
          <p:spPr>
            <a:xfrm>
              <a:off x="2956047" y="97728"/>
              <a:ext cx="2589247" cy="698715"/>
            </a:xfrm>
            <a:prstGeom prst="rect">
              <a:avLst/>
            </a:prstGeom>
            <a:solidFill>
              <a:srgbClr val="105B97"/>
            </a:solidFill>
            <a:ln w="19050" cap="flat" cmpd="sng">
              <a:solidFill>
                <a:srgbClr val="105B97"/>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
            <p:cNvSpPr txBox="1"/>
            <p:nvPr/>
          </p:nvSpPr>
          <p:spPr>
            <a:xfrm>
              <a:off x="2956047"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SOLUTION APPROACH</a:t>
              </a:r>
              <a:endParaRPr/>
            </a:p>
          </p:txBody>
        </p:sp>
        <p:sp>
          <p:nvSpPr>
            <p:cNvPr id="407" name="Google Shape;407;p1"/>
            <p:cNvSpPr/>
            <p:nvPr/>
          </p:nvSpPr>
          <p:spPr>
            <a:xfrm>
              <a:off x="2956047" y="796443"/>
              <a:ext cx="2589247" cy="3623400"/>
            </a:xfrm>
            <a:prstGeom prst="rect">
              <a:avLst/>
            </a:prstGeom>
            <a:solidFill>
              <a:srgbClr val="C8D1DC">
                <a:alpha val="90196"/>
              </a:srgbClr>
            </a:solidFill>
            <a:ln w="19050" cap="flat" cmpd="sng">
              <a:solidFill>
                <a:srgbClr val="C8D1D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
            <p:cNvSpPr txBox="1"/>
            <p:nvPr/>
          </p:nvSpPr>
          <p:spPr>
            <a:xfrm>
              <a:off x="2956047"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
              </a:r>
            </a:p>
          </p:txBody>
        </p:sp>
        <p:sp>
          <p:nvSpPr>
            <p:cNvPr id="409" name="Google Shape;409;p1"/>
            <p:cNvSpPr/>
            <p:nvPr/>
          </p:nvSpPr>
          <p:spPr>
            <a:xfrm>
              <a:off x="5907789" y="97728"/>
              <a:ext cx="2589247" cy="698715"/>
            </a:xfrm>
            <a:prstGeom prst="rect">
              <a:avLst/>
            </a:prstGeom>
            <a:solidFill>
              <a:srgbClr val="1E3F93"/>
            </a:solidFill>
            <a:ln w="19050" cap="flat" cmpd="sng">
              <a:solidFill>
                <a:srgbClr val="1E3F93"/>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
            <p:cNvSpPr txBox="1"/>
            <p:nvPr/>
          </p:nvSpPr>
          <p:spPr>
            <a:xfrm>
              <a:off x="5907789"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BUSINESS BENEFIT</a:t>
              </a:r>
              <a:endParaRPr sz="1900" b="1" i="0" u="none" strike="noStrike" cap="none">
                <a:solidFill>
                  <a:srgbClr val="FFFFFF"/>
                </a:solidFill>
                <a:latin typeface="Calibri"/>
                <a:ea typeface="Calibri"/>
                <a:cs typeface="Calibri"/>
                <a:sym typeface="Calibri"/>
              </a:endParaRPr>
            </a:p>
          </p:txBody>
        </p:sp>
        <p:sp>
          <p:nvSpPr>
            <p:cNvPr id="411" name="Google Shape;411;p1"/>
            <p:cNvSpPr/>
            <p:nvPr/>
          </p:nvSpPr>
          <p:spPr>
            <a:xfrm>
              <a:off x="5907789" y="796443"/>
              <a:ext cx="2589247" cy="3623400"/>
            </a:xfrm>
            <a:prstGeom prst="rect">
              <a:avLst/>
            </a:prstGeom>
            <a:solidFill>
              <a:srgbClr val="C9CDDB">
                <a:alpha val="90196"/>
              </a:srgbClr>
            </a:solidFill>
            <a:ln w="19050" cap="flat" cmpd="sng">
              <a:solidFill>
                <a:srgbClr val="C9CDDB">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
            <p:cNvSpPr txBox="1"/>
            <p:nvPr/>
          </p:nvSpPr>
          <p:spPr>
            <a:xfrm>
              <a:off x="5907789" y="796443"/>
              <a:ext cx="2589247" cy="3623400"/>
            </a:xfrm>
            <a:prstGeom prst="rect">
              <a:avLst/>
            </a:prstGeom>
            <a:noFill/>
            <a:ln>
              <a:noFill/>
            </a:ln>
          </p:spPr>
          <p:txBody>
            <a:bodyPr spcFirstLastPara="1" wrap="square" lIns="58650" tIns="58650" rIns="78225" bIns="88000" anchor="t" anchorCtr="0">
              <a:noAutofit/>
            </a:bodyPr>
            <a:lstStyle/>
            <a:p>
              <a:pPr marL="914400" lvl="0" indent="0" algn="l" rtl="0">
                <a:lnSpc>
                  <a:spcPct val="90000"/>
                </a:lnSpc>
                <a:spcBef>
                  <a:spcPts val="165"/>
                </a:spcBef>
                <a:spcAft>
                  <a:spcPts val="0"/>
                </a:spcAft>
                <a:buNone/>
              </a:pPr>
              <a:endParaRPr lang="en-US" sz="1100" b="1">
                <a:solidFill>
                  <a:schemeClr val="lt1"/>
                </a:solidFill>
              </a:endParaRPr>
            </a:p>
            <a:p>
              <a:pPr marL="57150" marR="0" lvl="1" indent="0" algn="l" rtl="0">
                <a:lnSpc>
                  <a:spcPct val="90000"/>
                </a:lnSpc>
                <a:spcBef>
                  <a:spcPts val="165"/>
                </a:spcBef>
                <a:spcAft>
                  <a:spcPts val="0"/>
                </a:spcAft>
                <a:buClr>
                  <a:schemeClr val="lt1"/>
                </a:buClr>
                <a:buSzPts val="1100"/>
                <a:buFont typeface="Arial"/>
                <a:buNone/>
              </a:pPr>
              <a:endParaRPr sz="1100" b="0" i="0" u="none" strike="noStrike" cap="none">
                <a:solidFill>
                  <a:schemeClr val="lt1"/>
                </a:solidFill>
                <a:latin typeface="Arial"/>
                <a:ea typeface="Arial"/>
                <a:cs typeface="Arial"/>
                <a:sym typeface="Arial"/>
              </a:endParaRPr>
            </a:p>
          </p:txBody>
        </p:sp>
        <p:sp>
          <p:nvSpPr>
            <p:cNvPr id="413" name="Google Shape;413;p1"/>
            <p:cNvSpPr/>
            <p:nvPr/>
          </p:nvSpPr>
          <p:spPr>
            <a:xfrm>
              <a:off x="8859531" y="97728"/>
              <a:ext cx="2589247" cy="698715"/>
            </a:xfrm>
            <a:prstGeom prst="rect">
              <a:avLst/>
            </a:prstGeom>
            <a:solidFill>
              <a:srgbClr val="2D2F8D"/>
            </a:solidFill>
            <a:ln w="19050" cap="flat" cmpd="sng">
              <a:solidFill>
                <a:srgbClr val="2D2F8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
            <p:cNvSpPr txBox="1"/>
            <p:nvPr/>
          </p:nvSpPr>
          <p:spPr>
            <a:xfrm>
              <a:off x="8859531"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EFFORT AND COST SAVING </a:t>
              </a:r>
              <a:endParaRPr sz="1900" b="1" i="0" u="none" strike="noStrike" cap="none">
                <a:solidFill>
                  <a:srgbClr val="FFFFFF"/>
                </a:solidFill>
                <a:latin typeface="Calibri"/>
                <a:ea typeface="Calibri"/>
                <a:cs typeface="Calibri"/>
                <a:sym typeface="Calibri"/>
              </a:endParaRPr>
            </a:p>
          </p:txBody>
        </p:sp>
        <p:sp>
          <p:nvSpPr>
            <p:cNvPr id="415" name="Google Shape;415;p1"/>
            <p:cNvSpPr/>
            <p:nvPr/>
          </p:nvSpPr>
          <p:spPr>
            <a:xfrm>
              <a:off x="8859531" y="796443"/>
              <a:ext cx="2589247" cy="3623400"/>
            </a:xfrm>
            <a:prstGeom prst="rect">
              <a:avLst/>
            </a:prstGeom>
            <a:solidFill>
              <a:srgbClr val="CBCADA">
                <a:alpha val="90196"/>
              </a:srgbClr>
            </a:solidFill>
            <a:ln w="19050" cap="flat" cmpd="sng">
              <a:solidFill>
                <a:srgbClr val="CBC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
            <p:cNvSpPr txBox="1"/>
            <p:nvPr/>
          </p:nvSpPr>
          <p:spPr>
            <a:xfrm>
              <a:off x="8859531" y="796443"/>
              <a:ext cx="2589247" cy="3623400"/>
            </a:xfrm>
            <a:prstGeom prst="rect">
              <a:avLst/>
            </a:prstGeom>
            <a:noFill/>
            <a:ln>
              <a:noFill/>
            </a:ln>
          </p:spPr>
          <p:txBody>
            <a:bodyPr spcFirstLastPara="1" wrap="square" lIns="58650" tIns="58650" rIns="78225" bIns="88000" anchor="t" anchorCtr="0">
              <a:noAutofit/>
            </a:bodyPr>
            <a:lstStyle/>
            <a:p>
              <a:pPr marL="114300" lvl="1" indent="-114300" algn="l" rtl="0">
                <a:lnSpc>
                  <a:spcPct val="90000"/>
                </a:lnSpc>
                <a:spcBef>
                  <a:spcPts val="165"/>
                </a:spcBef>
                <a:spcAft>
                  <a:spcPts val="0"/>
                </a:spcAft>
                <a:buClr>
                  <a:schemeClr val="lt1"/>
                </a:buClr>
                <a:buSzPts val="1400"/>
                <a:buFont typeface="Arial"/>
                <a:buNone/>
              </a:pPr>
              <a:endParaRPr lang="en-US" sz="1100" b="1" u="sng">
                <a:solidFill>
                  <a:schemeClr val="lt1"/>
                </a:solidFill>
              </a:endParaRPr>
            </a:p>
            <a:p>
              <a:pPr marL="114300" marR="0" lvl="1" indent="-114300" algn="l" rtl="0">
                <a:lnSpc>
                  <a:spcPct val="90000"/>
                </a:lnSpc>
                <a:spcBef>
                  <a:spcPts val="165"/>
                </a:spcBef>
                <a:spcAft>
                  <a:spcPts val="0"/>
                </a:spcAft>
                <a:buClr>
                  <a:schemeClr val="lt1"/>
                </a:buClr>
                <a:buSzPts val="1400"/>
                <a:buFont typeface="Arial"/>
                <a:buNone/>
              </a:pPr>
              <a:endParaRPr sz="1100" b="1" u="sng">
                <a:solidFill>
                  <a:schemeClr val="lt1"/>
                </a:solidFill>
              </a:endParaRPr>
            </a:p>
          </p:txBody>
        </p:sp>
      </p:grpSp>
      <p:sp>
        <p:nvSpPr>
          <p:cNvPr id="417" name="Google Shape;417;p1"/>
          <p:cNvSpPr txBox="1">
            <a:spLocks noGrp="1"/>
          </p:cNvSpPr>
          <p:nvPr>
            <p:ph type="title"/>
          </p:nvPr>
        </p:nvSpPr>
        <p:spPr>
          <a:xfrm>
            <a:off x="369457" y="631472"/>
            <a:ext cx="8596800" cy="387900"/>
          </a:xfrm>
          <a:prstGeom prst="rect">
            <a:avLst/>
          </a:prstGeom>
          <a:noFill/>
          <a:ln>
            <a:noFill/>
          </a:ln>
        </p:spPr>
        <p:txBody>
          <a:bodyPr spcFirstLastPara="1" wrap="square" lIns="0" tIns="0" rIns="0" bIns="0" anchor="ctr" anchorCtr="0">
            <a:spAutoFit/>
          </a:bodyPr>
          <a:lstStyle/>
          <a:p>
            <a:pPr marL="0" lvl="0" indent="0" algn="l">
              <a:lnSpc>
                <a:spcPct val="90000"/>
              </a:lnSpc>
              <a:spcBef>
                <a:spcPts val="0"/>
              </a:spcBef>
              <a:spcAft>
                <a:spcPts val="0"/>
              </a:spcAft>
              <a:buNone/>
            </a:pPr>
            <a:r>
              <a:rPr lang="en-IN" sz="2800"/>
              <a:t>1144242-AskCatalog</a:t>
            </a:r>
            <a:endParaRPr lang="en-US"/>
          </a:p>
        </p:txBody>
      </p:sp>
    </p:spTree>
  </p:cSld>
  <p:clrMapOvr>
    <a:masterClrMapping/>
  </p:clrMapOvr>
</p:sld>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Cognizant_2024</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Anjana Sankaranarayanan</dc:creator>
  <cp:revision>14</cp:revision>
  <dcterms:created xsi:type="dcterms:W3CDTF">2021-05-06T07:44:31Z</dcterms:created>
  <dcterms:modified xsi:type="dcterms:W3CDTF">2026-08-20T10:37:25Z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0x01010028DE5DC04741E349BABCFC6727619204</vt:lpwstr>
  </property>
</Properties>
</file>
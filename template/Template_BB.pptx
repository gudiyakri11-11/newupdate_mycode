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0" roundtripDataSignature="AMtx7mj/eqJLvJ2g9A5aFxQ8Bk9jCevW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596D0-4B09-B1F6-58F3-67E7D3CF685A}" v="12" dt="2026-08-20T10:37:05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5/10/relationships/revisionInfo" Target="revisionInfo.xml"/><Relationship Id="rId10" Type="http://customschemas.google.com/relationships/presentationmetadata" Target="meta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:notes"/>
          <p:cNvSpPr txBox="1">
            <a:spLocks noGrp="1"/>
          </p:cNvSpPr>
          <p:nvPr>
            <p:ph type="hdr" idx="3"/>
          </p:nvPr>
        </p:nvSpPr>
        <p:spPr>
          <a:xfrm>
            <a:off x="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8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rgbClr val="000048"/>
                </a:solidFill>
                <a:latin typeface="Arial"/>
                <a:ea typeface="Arial"/>
                <a:cs typeface="Arial"/>
                <a:sym typeface="Arial"/>
              </a:rPr>
              <a:t>Presentation title</a:t>
            </a:r>
            <a:endParaRPr/>
          </a:p>
        </p:txBody>
      </p:sp>
      <p:sp>
        <p:nvSpPr>
          <p:cNvPr id="395" name="Google Shape;395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8"/>
              </a:buClr>
              <a:buSzPts val="700"/>
              <a:buFont typeface="Arial"/>
              <a:buNone/>
            </a:pPr>
            <a:r>
              <a:rPr lang="en-IN" sz="700" b="0" i="0" u="none" strike="noStrike" cap="none">
                <a:solidFill>
                  <a:srgbClr val="000048"/>
                </a:solidFill>
                <a:latin typeface="Arial"/>
                <a:ea typeface="Arial"/>
                <a:cs typeface="Arial"/>
                <a:sym typeface="Arial"/>
              </a:rPr>
              <a:t>© 2025–2027 Cognizant | Private</a:t>
            </a:r>
            <a:endParaRPr/>
          </a:p>
        </p:txBody>
      </p:sp>
      <p:sp>
        <p:nvSpPr>
          <p:cNvPr id="396" name="Google Shape;39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8"/>
              </a:buClr>
              <a:buSzPts val="700"/>
              <a:buFont typeface="Arial"/>
              <a:buNone/>
            </a:pPr>
            <a:fld id="{00000000-1234-1234-1234-123412341234}" type="slidenum">
              <a:rPr lang="en-IN" sz="700" b="0" i="0" u="none" strike="noStrike" cap="none">
                <a:solidFill>
                  <a:srgbClr val="000048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700" b="0" i="0" u="none" strike="noStrike" cap="none">
              <a:solidFill>
                <a:srgbClr val="00004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 - gradient 1">
  <p:cSld name="Divider 1 - gradient 1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88952" cy="6863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005840" y="1943100"/>
            <a:ext cx="71437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dt" idx="10"/>
          </p:nvPr>
        </p:nvSpPr>
        <p:spPr>
          <a:xfrm>
            <a:off x="2651760" y="6400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457200" y="6400799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2776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75184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457200" y="6400799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651760" y="6400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591729" y="6454070"/>
            <a:ext cx="1170432" cy="205449"/>
          </a:xfrm>
          <a:prstGeom prst="rect">
            <a:avLst/>
          </a:prstGeom>
          <a:noFill/>
          <a:ln>
            <a:noFill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88">
          <p15:clr>
            <a:srgbClr val="F26B43"/>
          </p15:clr>
        </p15:guide>
        <p15:guide id="4" pos="1472">
          <p15:clr>
            <a:srgbClr val="F26B43"/>
          </p15:clr>
        </p15:guide>
        <p15:guide id="5" pos="2656">
          <p15:clr>
            <a:srgbClr val="F26B43"/>
          </p15:clr>
        </p15:guide>
        <p15:guide id="6" pos="3840">
          <p15:clr>
            <a:srgbClr val="F26B43"/>
          </p15:clr>
        </p15:guide>
        <p15:guide id="7" pos="5024">
          <p15:clr>
            <a:srgbClr val="F26B43"/>
          </p15:clr>
        </p15:guide>
        <p15:guide id="8" pos="6208">
          <p15:clr>
            <a:srgbClr val="F26B43"/>
          </p15:clr>
        </p15:guide>
        <p15:guide id="9" pos="7392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4320">
          <p15:clr>
            <a:srgbClr val="F26B43"/>
          </p15:clr>
        </p15:guide>
        <p15:guide id="12" orient="horz" pos="288">
          <p15:clr>
            <a:srgbClr val="F26B43"/>
          </p15:clr>
        </p15:guide>
        <p15:guide id="13" orient="horz" pos="912">
          <p15:clr>
            <a:srgbClr val="F26B43"/>
          </p15:clr>
        </p15:guide>
        <p15:guide id="14" orient="horz" pos="1536">
          <p15:clr>
            <a:srgbClr val="F26B43"/>
          </p15:clr>
        </p15:guide>
        <p15:guide id="15" orient="horz" pos="2160">
          <p15:clr>
            <a:srgbClr val="F26B43"/>
          </p15:clr>
        </p15:guide>
        <p15:guide id="16" orient="horz" pos="2784">
          <p15:clr>
            <a:srgbClr val="F26B43"/>
          </p15:clr>
        </p15:guide>
        <p15:guide id="17" orient="horz" pos="3408">
          <p15:clr>
            <a:srgbClr val="F26B43"/>
          </p15:clr>
        </p15:guide>
        <p15:guide id="18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"/>
          <p:cNvSpPr txBox="1">
            <a:spLocks noGrp="1"/>
          </p:cNvSpPr>
          <p:nvPr>
            <p:ph type="sldNum" idx="12"/>
          </p:nvPr>
        </p:nvSpPr>
        <p:spPr>
          <a:xfrm>
            <a:off x="457200" y="6400799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fld id="{00000000-1234-1234-1234-123412341234}" type="slidenum">
              <a:rPr lang="en-IN" sz="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7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"/>
          <p:cNvSpPr txBox="1">
            <a:spLocks noGrp="1"/>
          </p:cNvSpPr>
          <p:nvPr>
            <p:ph type="ftr" idx="11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IN" sz="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2025–2027 Cognizant | Private</a:t>
            </a:r>
            <a:endParaRPr/>
          </a:p>
        </p:txBody>
      </p:sp>
      <p:grpSp>
        <p:nvGrpSpPr>
          <p:cNvPr id="400" name="Google Shape;400;p1"/>
          <p:cNvGrpSpPr/>
          <p:nvPr/>
        </p:nvGrpSpPr>
        <p:grpSpPr>
          <a:xfrm>
            <a:off x="373763" y="1719699"/>
            <a:ext cx="11444472" cy="4322115"/>
            <a:chOff x="4306" y="97728"/>
            <a:chExt cx="11444472" cy="4322115"/>
          </a:xfrm>
        </p:grpSpPr>
        <p:sp>
          <p:nvSpPr>
            <p:cNvPr id="401" name="Google Shape;401;p1"/>
            <p:cNvSpPr/>
            <p:nvPr/>
          </p:nvSpPr>
          <p:spPr>
            <a:xfrm>
              <a:off x="4306" y="97728"/>
              <a:ext cx="2589247" cy="698715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"/>
            <p:cNvSpPr txBox="1"/>
            <p:nvPr/>
          </p:nvSpPr>
          <p:spPr>
            <a:xfrm>
              <a:off x="4306" y="97728"/>
              <a:ext cx="2589247" cy="698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125" tIns="77200" rIns="135125" bIns="77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Calibri"/>
                <a:buNone/>
              </a:pPr>
              <a:r>
                <a:rPr lang="en-IN" sz="1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USE CASE &amp; DESCRIPTION</a:t>
              </a:r>
              <a:endParaRPr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4306" y="796443"/>
              <a:ext cx="2589247" cy="3623400"/>
            </a:xfrm>
            <a:prstGeom prst="rect">
              <a:avLst/>
            </a:prstGeom>
            <a:solidFill>
              <a:srgbClr val="C8D5DD">
                <a:alpha val="90196"/>
              </a:srgbClr>
            </a:solidFill>
            <a:ln w="19050" cap="flat" cmpd="sng">
              <a:solidFill>
                <a:srgbClr val="C8D5DD">
                  <a:alpha val="9019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"/>
            <p:cNvSpPr txBox="1"/>
            <p:nvPr/>
          </p:nvSpPr>
          <p:spPr>
            <a:xfrm>
              <a:off x="4306" y="796443"/>
              <a:ext cx="2589247" cy="36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650" tIns="58650" rIns="78225" bIns="88000" anchor="t" anchorCtr="0">
              <a:noAutofit/>
            </a:bodyPr>
            <a:lstStyle/>
            <a:p>
              <a:pPr marL="57150" lvl="1" indent="-5715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None/>
              </a:pPr>
              <a:endPara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05" name="Google Shape;405;p1"/>
            <p:cNvSpPr/>
            <p:nvPr/>
          </p:nvSpPr>
          <p:spPr>
            <a:xfrm>
              <a:off x="2956047" y="97728"/>
              <a:ext cx="2589247" cy="698715"/>
            </a:xfrm>
            <a:prstGeom prst="rect">
              <a:avLst/>
            </a:prstGeom>
            <a:solidFill>
              <a:srgbClr val="105B97"/>
            </a:solidFill>
            <a:ln w="19050" cap="flat" cmpd="sng">
              <a:solidFill>
                <a:srgbClr val="105B9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"/>
            <p:cNvSpPr txBox="1"/>
            <p:nvPr/>
          </p:nvSpPr>
          <p:spPr>
            <a:xfrm>
              <a:off x="2956047" y="97728"/>
              <a:ext cx="2589247" cy="698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125" tIns="77200" rIns="135125" bIns="77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Calibri"/>
                <a:buNone/>
              </a:pPr>
              <a:r>
                <a:rPr lang="en-IN" sz="1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SOLUTION APPROACH</a:t>
              </a:r>
              <a:endParaRPr/>
            </a:p>
          </p:txBody>
        </p:sp>
        <p:sp>
          <p:nvSpPr>
            <p:cNvPr id="407" name="Google Shape;407;p1"/>
            <p:cNvSpPr/>
            <p:nvPr/>
          </p:nvSpPr>
          <p:spPr>
            <a:xfrm>
              <a:off x="2956047" y="796443"/>
              <a:ext cx="2589247" cy="3623400"/>
            </a:xfrm>
            <a:prstGeom prst="rect">
              <a:avLst/>
            </a:prstGeom>
            <a:solidFill>
              <a:srgbClr val="C8D1DC">
                <a:alpha val="90196"/>
              </a:srgbClr>
            </a:solidFill>
            <a:ln w="19050" cap="flat" cmpd="sng">
              <a:solidFill>
                <a:srgbClr val="C8D1DC">
                  <a:alpha val="9019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"/>
            <p:cNvSpPr txBox="1"/>
            <p:nvPr/>
          </p:nvSpPr>
          <p:spPr>
            <a:xfrm>
              <a:off x="2956047" y="796443"/>
              <a:ext cx="2589247" cy="36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650" tIns="58650" rIns="78225" bIns="88000" anchor="t" anchorCtr="0">
              <a:noAutofit/>
            </a:bodyPr>
            <a:lstStyle/>
            <a:p>
              <a:pPr marL="57150" lvl="1" indent="-5715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None/>
              </a:pPr>
              <a:endParaRPr lang="en-US" sz="1100">
                <a:solidFill>
                  <a:schemeClr val="lt1"/>
                </a:solidFill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-IN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"/>
            <p:cNvSpPr/>
            <p:nvPr/>
          </p:nvSpPr>
          <p:spPr>
            <a:xfrm>
              <a:off x="5907789" y="97728"/>
              <a:ext cx="2589247" cy="698715"/>
            </a:xfrm>
            <a:prstGeom prst="rect">
              <a:avLst/>
            </a:prstGeom>
            <a:solidFill>
              <a:srgbClr val="1E3F93"/>
            </a:solidFill>
            <a:ln w="19050" cap="flat" cmpd="sng">
              <a:solidFill>
                <a:srgbClr val="1E3F9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"/>
            <p:cNvSpPr txBox="1"/>
            <p:nvPr/>
          </p:nvSpPr>
          <p:spPr>
            <a:xfrm>
              <a:off x="5907789" y="97728"/>
              <a:ext cx="2589247" cy="698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125" tIns="77200" rIns="135125" bIns="77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Calibri"/>
                <a:buNone/>
              </a:pPr>
              <a:r>
                <a:rPr lang="en-IN" sz="1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BUSINESS BENEFIT</a:t>
              </a:r>
              <a:endParaRPr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"/>
            <p:cNvSpPr/>
            <p:nvPr/>
          </p:nvSpPr>
          <p:spPr>
            <a:xfrm>
              <a:off x="5907789" y="796443"/>
              <a:ext cx="2589247" cy="3623400"/>
            </a:xfrm>
            <a:prstGeom prst="rect">
              <a:avLst/>
            </a:prstGeom>
            <a:solidFill>
              <a:srgbClr val="C9CDDB">
                <a:alpha val="90196"/>
              </a:srgbClr>
            </a:solidFill>
            <a:ln w="19050" cap="flat" cmpd="sng">
              <a:solidFill>
                <a:srgbClr val="C9CDDB">
                  <a:alpha val="9019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"/>
            <p:cNvSpPr txBox="1"/>
            <p:nvPr/>
          </p:nvSpPr>
          <p:spPr>
            <a:xfrm>
              <a:off x="5907789" y="796443"/>
              <a:ext cx="2589247" cy="36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650" tIns="58650" rIns="78225" bIns="88000" anchor="t" anchorCtr="0">
              <a:noAutofit/>
            </a:bodyPr>
            <a:lstStyle/>
            <a:p>
              <a:pPr marL="914400" lvl="0" indent="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None/>
              </a:pPr>
              <a:endParaRPr lang="en-US" sz="1100" b="1">
                <a:solidFill>
                  <a:schemeClr val="lt1"/>
                </a:solidFill>
              </a:endParaRPr>
            </a:p>
            <a:p>
              <a:pPr marL="57150" marR="0" lvl="1" indent="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"/>
            <p:cNvSpPr/>
            <p:nvPr/>
          </p:nvSpPr>
          <p:spPr>
            <a:xfrm>
              <a:off x="8859531" y="97728"/>
              <a:ext cx="2589247" cy="698715"/>
            </a:xfrm>
            <a:prstGeom prst="rect">
              <a:avLst/>
            </a:prstGeom>
            <a:solidFill>
              <a:srgbClr val="2D2F8D"/>
            </a:solidFill>
            <a:ln w="19050" cap="flat" cmpd="sng">
              <a:solidFill>
                <a:srgbClr val="2D2F8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"/>
            <p:cNvSpPr txBox="1"/>
            <p:nvPr/>
          </p:nvSpPr>
          <p:spPr>
            <a:xfrm>
              <a:off x="8859531" y="97728"/>
              <a:ext cx="2589247" cy="698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125" tIns="77200" rIns="135125" bIns="77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Calibri"/>
                <a:buNone/>
              </a:pPr>
              <a:r>
                <a:rPr lang="en-IN" sz="1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EFFORT AND COST SAVING </a:t>
              </a:r>
              <a:endParaRPr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"/>
            <p:cNvSpPr/>
            <p:nvPr/>
          </p:nvSpPr>
          <p:spPr>
            <a:xfrm>
              <a:off x="8859531" y="796443"/>
              <a:ext cx="2589247" cy="3623400"/>
            </a:xfrm>
            <a:prstGeom prst="rect">
              <a:avLst/>
            </a:prstGeom>
            <a:solidFill>
              <a:srgbClr val="CBCADA">
                <a:alpha val="90196"/>
              </a:srgbClr>
            </a:solidFill>
            <a:ln w="19050" cap="flat" cmpd="sng">
              <a:solidFill>
                <a:srgbClr val="CBCADA">
                  <a:alpha val="9019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"/>
            <p:cNvSpPr txBox="1"/>
            <p:nvPr/>
          </p:nvSpPr>
          <p:spPr>
            <a:xfrm>
              <a:off x="8859531" y="796443"/>
              <a:ext cx="2589247" cy="36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650" tIns="58650" rIns="78225" bIns="88000" anchor="t" anchorCtr="0">
              <a:noAutofit/>
            </a:bodyPr>
            <a:lstStyle/>
            <a:p>
              <a:pPr marL="114300" lvl="1" indent="-11430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100" b="1" u="sng">
                <a:solidFill>
                  <a:schemeClr val="lt1"/>
                </a:solidFill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100" b="1" u="sng">
                <a:solidFill>
                  <a:schemeClr val="lt1"/>
                </a:solidFill>
              </a:endParaRPr>
            </a:p>
          </p:txBody>
        </p:sp>
      </p:grpSp>
      <p:sp>
        <p:nvSpPr>
          <p:cNvPr id="417" name="Google Shape;417;p1"/>
          <p:cNvSpPr txBox="1">
            <a:spLocks noGrp="1"/>
          </p:cNvSpPr>
          <p:nvPr>
            <p:ph type="title"/>
          </p:nvPr>
        </p:nvSpPr>
        <p:spPr>
          <a:xfrm>
            <a:off x="369457" y="631472"/>
            <a:ext cx="8596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TITLE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gnizant_2024">
  <a:themeElements>
    <a:clrScheme name="Cognizant v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F78C4"/>
      </a:accent2>
      <a:accent3>
        <a:srgbClr val="92BBE6"/>
      </a:accent3>
      <a:accent4>
        <a:srgbClr val="05819B"/>
      </a:accent4>
      <a:accent5>
        <a:srgbClr val="2E308E"/>
      </a:accent5>
      <a:accent6>
        <a:srgbClr val="D0D0CE"/>
      </a:accent6>
      <a:hlink>
        <a:srgbClr val="2F78C4"/>
      </a:hlink>
      <a:folHlink>
        <a:srgbClr val="92BB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Cognizant_2024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Anjana Sankaranarayanan</dc:creator>
  <cp:revision>14</cp:revision>
  <dcterms:created xsi:type="dcterms:W3CDTF">2021-05-06T07:44:31Z</dcterms:created>
  <dcterms:modified xsi:type="dcterms:W3CDTF">2026-08-20T10:37:25Z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0x01010028DE5DC04741E349BABCFC6727619204</vt:lpwstr>
  </property>
</Properties>
</file>